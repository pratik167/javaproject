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2.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2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7.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14.xml" ContentType="application/vnd.openxmlformats-officedocument.presentationml.slideLayout+xml"/>
  <Override PartName="/ppt/slideLayouts/slideLayout9.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9.jpeg" ContentType="image/jpeg"/>
  <Override PartName="/ppt/media/image4.png" ContentType="image/png"/>
  <Override PartName="/ppt/media/image5.png" ContentType="image/png"/>
  <Override PartName="/ppt/media/image8.jpeg" ContentType="image/jpeg"/>
  <Override PartName="/ppt/media/image7.jpeg" ContentType="image/jpe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7" r:id="rId3"/>
    <p:sldMasterId id="2147483671"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2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4.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hyperlink" Target="https://bit.ly/3A1uf1Q" TargetMode="External"/><Relationship Id="rId5" Type="http://schemas.openxmlformats.org/officeDocument/2006/relationships/hyperlink" Target="http://bit.ly/2TtBDfr" TargetMode="Externa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5.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grpSp>
        <p:nvGrpSpPr>
          <p:cNvPr id="0" name="Google Shape;9;p2"/>
          <p:cNvGrpSpPr/>
          <p:nvPr/>
        </p:nvGrpSpPr>
        <p:grpSpPr>
          <a:xfrm>
            <a:off x="0" y="0"/>
            <a:ext cx="9143640" cy="5143320"/>
            <a:chOff x="0" y="0"/>
            <a:chExt cx="9143640" cy="5143320"/>
          </a:xfrm>
        </p:grpSpPr>
        <p:pic>
          <p:nvPicPr>
            <p:cNvPr id="1" name="Google Shape;10;p2" descr=""/>
            <p:cNvPicPr/>
            <p:nvPr/>
          </p:nvPicPr>
          <p:blipFill>
            <a:blip r:embed="rId2"/>
            <a:stretch/>
          </p:blipFill>
          <p:spPr>
            <a:xfrm>
              <a:off x="0" y="0"/>
              <a:ext cx="9143640" cy="5143320"/>
            </a:xfrm>
            <a:prstGeom prst="rect">
              <a:avLst/>
            </a:prstGeom>
            <a:noFill/>
            <a:ln w="0">
              <a:noFill/>
            </a:ln>
          </p:spPr>
        </p:pic>
        <p:pic>
          <p:nvPicPr>
            <p:cNvPr id="2" name="Google Shape;11;p2" descr=""/>
            <p:cNvPicPr/>
            <p:nvPr/>
          </p:nvPicPr>
          <p:blipFill>
            <a:blip r:embed="rId3">
              <a:alphaModFix amt="90000"/>
            </a:blip>
            <a:srcRect l="0" t="50703" r="0" b="16016"/>
            <a:stretch/>
          </p:blipFill>
          <p:spPr>
            <a:xfrm>
              <a:off x="0" y="3432240"/>
              <a:ext cx="9143640" cy="1711080"/>
            </a:xfrm>
            <a:prstGeom prst="rect">
              <a:avLst/>
            </a:prstGeom>
            <a:noFill/>
            <a:ln w="0">
              <a:noFill/>
            </a:ln>
          </p:spPr>
        </p:pic>
      </p:grpSp>
      <p:sp>
        <p:nvSpPr>
          <p:cNvPr id="3" name="PlaceHolder 1"/>
          <p:cNvSpPr>
            <a:spLocks noGrp="1"/>
          </p:cNvSpPr>
          <p:nvPr>
            <p:ph type="title"/>
          </p:nvPr>
        </p:nvSpPr>
        <p:spPr>
          <a:xfrm>
            <a:off x="228600" y="187920"/>
            <a:ext cx="4198320" cy="120744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grpSp>
        <p:nvGrpSpPr>
          <p:cNvPr id="5" name="Google Shape;51;p11"/>
          <p:cNvGrpSpPr/>
          <p:nvPr/>
        </p:nvGrpSpPr>
        <p:grpSpPr>
          <a:xfrm>
            <a:off x="0" y="0"/>
            <a:ext cx="9143640" cy="5143320"/>
            <a:chOff x="0" y="0"/>
            <a:chExt cx="9143640" cy="5143320"/>
          </a:xfrm>
        </p:grpSpPr>
        <p:pic>
          <p:nvPicPr>
            <p:cNvPr id="6" name="Google Shape;52;p11" descr=""/>
            <p:cNvPicPr/>
            <p:nvPr/>
          </p:nvPicPr>
          <p:blipFill>
            <a:blip r:embed="rId2"/>
            <a:stretch/>
          </p:blipFill>
          <p:spPr>
            <a:xfrm>
              <a:off x="0" y="0"/>
              <a:ext cx="9143640" cy="5143320"/>
            </a:xfrm>
            <a:prstGeom prst="rect">
              <a:avLst/>
            </a:prstGeom>
            <a:noFill/>
            <a:ln w="0">
              <a:noFill/>
            </a:ln>
          </p:spPr>
        </p:pic>
        <p:pic>
          <p:nvPicPr>
            <p:cNvPr id="7" name="Google Shape;53;p11" descr=""/>
            <p:cNvPicPr/>
            <p:nvPr/>
          </p:nvPicPr>
          <p:blipFill>
            <a:blip r:embed="rId3">
              <a:alphaModFix amt="90000"/>
            </a:blip>
            <a:srcRect l="10557" t="0" r="56070" b="0"/>
            <a:stretch/>
          </p:blipFill>
          <p:spPr>
            <a:xfrm>
              <a:off x="0" y="0"/>
              <a:ext cx="3050280" cy="5143320"/>
            </a:xfrm>
            <a:prstGeom prst="rect">
              <a:avLst/>
            </a:prstGeom>
            <a:noFill/>
            <a:ln w="0">
              <a:noFill/>
            </a:ln>
          </p:spPr>
        </p:pic>
      </p:grpSp>
      <p:sp>
        <p:nvSpPr>
          <p:cNvPr id="8" name="PlaceHolder 1"/>
          <p:cNvSpPr>
            <a:spLocks noGrp="1"/>
          </p:cNvSpPr>
          <p:nvPr>
            <p:ph type="title"/>
          </p:nvPr>
        </p:nvSpPr>
        <p:spPr>
          <a:xfrm>
            <a:off x="5195880" y="1400040"/>
            <a:ext cx="3719520" cy="1171080"/>
          </a:xfrm>
          <a:prstGeom prst="rect">
            <a:avLst/>
          </a:prstGeom>
          <a:noFill/>
          <a:ln w="0">
            <a:noFill/>
          </a:ln>
        </p:spPr>
        <p:txBody>
          <a:bodyPr lIns="91440" rIns="91440" tIns="91440" bIns="91440" anchor="b">
            <a:noAutofit/>
          </a:bodyPr>
          <a:p>
            <a:pPr indent="0" algn="r">
              <a:lnSpc>
                <a:spcPct val="100000"/>
              </a:lnSpc>
              <a:buNone/>
            </a:pPr>
            <a:r>
              <a:rPr b="0" lang="fr-FR" sz="4000" strike="noStrike" u="none">
                <a:solidFill>
                  <a:schemeClr val="dk1"/>
                </a:solidFill>
                <a:effectLst/>
                <a:uFillTx/>
                <a:latin typeface="Cossette Texte"/>
                <a:ea typeface="Cossette Texte"/>
              </a:rPr>
              <a:t>xx%</a:t>
            </a:r>
            <a:endParaRPr b="0" lang="fr-FR" sz="4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9_1_1_1_1">
    <p:bg>
      <p:bgPr>
        <a:solidFill>
          <a:schemeClr val="lt1"/>
        </a:solidFill>
      </p:bgPr>
    </p:bg>
    <p:spTree>
      <p:nvGrpSpPr>
        <p:cNvPr id="1" name=""/>
        <p:cNvGrpSpPr/>
        <p:nvPr/>
      </p:nvGrpSpPr>
      <p:grpSpPr>
        <a:xfrm>
          <a:off x="0" y="0"/>
          <a:ext cx="0" cy="0"/>
          <a:chOff x="0" y="0"/>
          <a:chExt cx="0" cy="0"/>
        </a:xfrm>
      </p:grpSpPr>
      <p:grpSp>
        <p:nvGrpSpPr>
          <p:cNvPr id="19" name="Google Shape;77;p14"/>
          <p:cNvGrpSpPr/>
          <p:nvPr/>
        </p:nvGrpSpPr>
        <p:grpSpPr>
          <a:xfrm>
            <a:off x="0" y="0"/>
            <a:ext cx="9143640" cy="5143320"/>
            <a:chOff x="0" y="0"/>
            <a:chExt cx="9143640" cy="5143320"/>
          </a:xfrm>
        </p:grpSpPr>
        <p:pic>
          <p:nvPicPr>
            <p:cNvPr id="20" name="Google Shape;78;p14" descr=""/>
            <p:cNvPicPr/>
            <p:nvPr/>
          </p:nvPicPr>
          <p:blipFill>
            <a:blip r:embed="rId2"/>
            <a:stretch/>
          </p:blipFill>
          <p:spPr>
            <a:xfrm>
              <a:off x="0" y="0"/>
              <a:ext cx="9143640" cy="5143320"/>
            </a:xfrm>
            <a:prstGeom prst="rect">
              <a:avLst/>
            </a:prstGeom>
            <a:noFill/>
            <a:ln w="0">
              <a:noFill/>
            </a:ln>
          </p:spPr>
        </p:pic>
        <p:pic>
          <p:nvPicPr>
            <p:cNvPr id="21" name="Google Shape;79;p14" descr=""/>
            <p:cNvPicPr/>
            <p:nvPr/>
          </p:nvPicPr>
          <p:blipFill>
            <a:blip r:embed="rId3">
              <a:alphaModFix amt="90000"/>
            </a:blip>
            <a:srcRect l="69704" t="0" r="7852" b="0"/>
            <a:stretch/>
          </p:blipFill>
          <p:spPr>
            <a:xfrm>
              <a:off x="7092720" y="0"/>
              <a:ext cx="2050920" cy="5143320"/>
            </a:xfrm>
            <a:prstGeom prst="rect">
              <a:avLst/>
            </a:prstGeom>
            <a:noFill/>
            <a:ln w="0">
              <a:noFill/>
            </a:ln>
          </p:spPr>
        </p:pic>
      </p:grpSp>
      <p:sp>
        <p:nvSpPr>
          <p:cNvPr id="22" name="PlaceHolder 1"/>
          <p:cNvSpPr>
            <a:spLocks noGrp="1"/>
          </p:cNvSpPr>
          <p:nvPr>
            <p:ph type="title"/>
          </p:nvPr>
        </p:nvSpPr>
        <p:spPr>
          <a:xfrm>
            <a:off x="228600" y="3773880"/>
            <a:ext cx="3719520" cy="1171080"/>
          </a:xfrm>
          <a:prstGeom prst="rect">
            <a:avLst/>
          </a:prstGeom>
          <a:noFill/>
          <a:ln w="0">
            <a:noFill/>
          </a:ln>
        </p:spPr>
        <p:txBody>
          <a:bodyPr lIns="91440" rIns="91440" tIns="91440" bIns="91440" anchor="b">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1"/>
        </a:solidFill>
      </p:bgPr>
    </p:bg>
    <p:spTree>
      <p:nvGrpSpPr>
        <p:cNvPr id="1" name=""/>
        <p:cNvGrpSpPr/>
        <p:nvPr/>
      </p:nvGrpSpPr>
      <p:grpSpPr>
        <a:xfrm>
          <a:off x="0" y="0"/>
          <a:ext cx="0" cy="0"/>
          <a:chOff x="0" y="0"/>
          <a:chExt cx="0" cy="0"/>
        </a:xfrm>
      </p:grpSpPr>
      <p:grpSp>
        <p:nvGrpSpPr>
          <p:cNvPr id="40" name="Google Shape;112;p18"/>
          <p:cNvGrpSpPr/>
          <p:nvPr/>
        </p:nvGrpSpPr>
        <p:grpSpPr>
          <a:xfrm>
            <a:off x="0" y="0"/>
            <a:ext cx="9143640" cy="5143320"/>
            <a:chOff x="0" y="0"/>
            <a:chExt cx="9143640" cy="5143320"/>
          </a:xfrm>
        </p:grpSpPr>
        <p:pic>
          <p:nvPicPr>
            <p:cNvPr id="41" name="Google Shape;113;p18" descr=""/>
            <p:cNvPicPr/>
            <p:nvPr/>
          </p:nvPicPr>
          <p:blipFill>
            <a:blip r:embed="rId2"/>
            <a:stretch/>
          </p:blipFill>
          <p:spPr>
            <a:xfrm>
              <a:off x="0" y="0"/>
              <a:ext cx="9143640" cy="5143320"/>
            </a:xfrm>
            <a:prstGeom prst="rect">
              <a:avLst/>
            </a:prstGeom>
            <a:noFill/>
            <a:ln w="0">
              <a:noFill/>
            </a:ln>
          </p:spPr>
        </p:pic>
        <p:pic>
          <p:nvPicPr>
            <p:cNvPr id="42" name="Google Shape;114;p18" descr=""/>
            <p:cNvPicPr/>
            <p:nvPr/>
          </p:nvPicPr>
          <p:blipFill>
            <a:blip r:embed="rId3">
              <a:alphaModFix amt="90000"/>
            </a:blip>
            <a:srcRect l="0" t="52463" r="0" b="0"/>
            <a:stretch/>
          </p:blipFill>
          <p:spPr>
            <a:xfrm>
              <a:off x="0" y="0"/>
              <a:ext cx="9143640" cy="2444400"/>
            </a:xfrm>
            <a:prstGeom prst="rect">
              <a:avLst/>
            </a:prstGeom>
            <a:noFill/>
            <a:ln w="0">
              <a:noFill/>
            </a:ln>
          </p:spPr>
        </p:pic>
      </p:grpSp>
      <p:sp>
        <p:nvSpPr>
          <p:cNvPr id="43" name="PlaceHolder 1"/>
          <p:cNvSpPr>
            <a:spLocks noGrp="1"/>
          </p:cNvSpPr>
          <p:nvPr>
            <p:ph type="title"/>
          </p:nvPr>
        </p:nvSpPr>
        <p:spPr>
          <a:xfrm>
            <a:off x="228600" y="4377240"/>
            <a:ext cx="8686440" cy="572400"/>
          </a:xfrm>
          <a:prstGeom prst="rect">
            <a:avLst/>
          </a:prstGeom>
          <a:noFill/>
          <a:ln w="0">
            <a:noFill/>
          </a:ln>
        </p:spPr>
        <p:txBody>
          <a:bodyPr lIns="91440" rIns="91440" tIns="91440" bIns="91440" anchor="b">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grpSp>
        <p:nvGrpSpPr>
          <p:cNvPr id="56" name="Google Shape;127;p21"/>
          <p:cNvGrpSpPr/>
          <p:nvPr/>
        </p:nvGrpSpPr>
        <p:grpSpPr>
          <a:xfrm>
            <a:off x="0" y="0"/>
            <a:ext cx="9143640" cy="5143320"/>
            <a:chOff x="0" y="0"/>
            <a:chExt cx="9143640" cy="5143320"/>
          </a:xfrm>
        </p:grpSpPr>
        <p:pic>
          <p:nvPicPr>
            <p:cNvPr id="57" name="Google Shape;128;p21" descr=""/>
            <p:cNvPicPr/>
            <p:nvPr/>
          </p:nvPicPr>
          <p:blipFill>
            <a:blip r:embed="rId2"/>
            <a:stretch/>
          </p:blipFill>
          <p:spPr>
            <a:xfrm>
              <a:off x="0" y="0"/>
              <a:ext cx="9143640" cy="5143320"/>
            </a:xfrm>
            <a:prstGeom prst="rect">
              <a:avLst/>
            </a:prstGeom>
            <a:noFill/>
            <a:ln w="0">
              <a:noFill/>
            </a:ln>
          </p:spPr>
        </p:pic>
        <p:pic>
          <p:nvPicPr>
            <p:cNvPr id="58" name="Google Shape;129;p21" descr=""/>
            <p:cNvPicPr/>
            <p:nvPr/>
          </p:nvPicPr>
          <p:blipFill>
            <a:blip r:embed="rId3">
              <a:alphaModFix amt="90000"/>
            </a:blip>
            <a:srcRect l="0" t="0" r="51336" b="0"/>
            <a:stretch/>
          </p:blipFill>
          <p:spPr>
            <a:xfrm flipH="1">
              <a:off x="3456720" y="0"/>
              <a:ext cx="4448880" cy="5143320"/>
            </a:xfrm>
            <a:prstGeom prst="rect">
              <a:avLst/>
            </a:prstGeom>
            <a:noFill/>
            <a:ln w="0">
              <a:noFill/>
            </a:ln>
          </p:spPr>
        </p:pic>
      </p:gr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grpSp>
        <p:nvGrpSpPr>
          <p:cNvPr id="59" name="Google Shape;131;p22"/>
          <p:cNvGrpSpPr/>
          <p:nvPr/>
        </p:nvGrpSpPr>
        <p:grpSpPr>
          <a:xfrm>
            <a:off x="0" y="0"/>
            <a:ext cx="9143640" cy="5143320"/>
            <a:chOff x="0" y="0"/>
            <a:chExt cx="9143640" cy="5143320"/>
          </a:xfrm>
        </p:grpSpPr>
        <p:pic>
          <p:nvPicPr>
            <p:cNvPr id="60" name="Google Shape;132;p22" descr=""/>
            <p:cNvPicPr/>
            <p:nvPr/>
          </p:nvPicPr>
          <p:blipFill>
            <a:blip r:embed="rId2"/>
            <a:stretch/>
          </p:blipFill>
          <p:spPr>
            <a:xfrm>
              <a:off x="0" y="0"/>
              <a:ext cx="9143640" cy="5143320"/>
            </a:xfrm>
            <a:prstGeom prst="rect">
              <a:avLst/>
            </a:prstGeom>
            <a:noFill/>
            <a:ln w="0">
              <a:noFill/>
            </a:ln>
          </p:spPr>
        </p:pic>
        <p:pic>
          <p:nvPicPr>
            <p:cNvPr id="61" name="Google Shape;133;p22" descr=""/>
            <p:cNvPicPr/>
            <p:nvPr/>
          </p:nvPicPr>
          <p:blipFill>
            <a:blip r:embed="rId3">
              <a:alphaModFix amt="90000"/>
            </a:blip>
            <a:srcRect l="0" t="41662" r="0" b="0"/>
            <a:stretch/>
          </p:blipFill>
          <p:spPr>
            <a:xfrm flipH="1" rot="10800000">
              <a:off x="0" y="802800"/>
              <a:ext cx="9143640" cy="2999880"/>
            </a:xfrm>
            <a:prstGeom prst="rect">
              <a:avLst/>
            </a:prstGeom>
            <a:noFill/>
            <a:ln w="0">
              <a:noFill/>
            </a:ln>
          </p:spPr>
        </p:pic>
      </p:gr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grpSp>
        <p:nvGrpSpPr>
          <p:cNvPr id="65" name="Google Shape;25;p5"/>
          <p:cNvGrpSpPr/>
          <p:nvPr/>
        </p:nvGrpSpPr>
        <p:grpSpPr>
          <a:xfrm>
            <a:off x="0" y="0"/>
            <a:ext cx="9143640" cy="5143320"/>
            <a:chOff x="0" y="0"/>
            <a:chExt cx="9143640" cy="5143320"/>
          </a:xfrm>
        </p:grpSpPr>
        <p:pic>
          <p:nvPicPr>
            <p:cNvPr id="66" name="Google Shape;26;p5" descr=""/>
            <p:cNvPicPr/>
            <p:nvPr/>
          </p:nvPicPr>
          <p:blipFill>
            <a:blip r:embed="rId2"/>
            <a:stretch/>
          </p:blipFill>
          <p:spPr>
            <a:xfrm>
              <a:off x="0" y="0"/>
              <a:ext cx="9143640" cy="5143320"/>
            </a:xfrm>
            <a:prstGeom prst="rect">
              <a:avLst/>
            </a:prstGeom>
            <a:noFill/>
            <a:ln w="0">
              <a:noFill/>
            </a:ln>
          </p:spPr>
        </p:pic>
        <p:pic>
          <p:nvPicPr>
            <p:cNvPr id="67" name="Google Shape;27;p5" descr=""/>
            <p:cNvPicPr/>
            <p:nvPr/>
          </p:nvPicPr>
          <p:blipFill>
            <a:blip r:embed="rId3">
              <a:alphaModFix amt="90000"/>
            </a:blip>
            <a:srcRect l="0" t="11611" r="0" b="33973"/>
            <a:stretch/>
          </p:blipFill>
          <p:spPr>
            <a:xfrm>
              <a:off x="0" y="2344680"/>
              <a:ext cx="9143640" cy="2798280"/>
            </a:xfrm>
            <a:prstGeom prst="rect">
              <a:avLst/>
            </a:prstGeom>
            <a:noFill/>
            <a:ln w="0">
              <a:noFill/>
            </a:ln>
          </p:spPr>
        </p:pic>
      </p:grpSp>
      <p:sp>
        <p:nvSpPr>
          <p:cNvPr id="68" name="PlaceHolder 1"/>
          <p:cNvSpPr>
            <a:spLocks noGrp="1"/>
          </p:cNvSpPr>
          <p:nvPr>
            <p:ph type="title"/>
          </p:nvPr>
        </p:nvSpPr>
        <p:spPr>
          <a:xfrm>
            <a:off x="228600" y="210240"/>
            <a:ext cx="6066000" cy="213408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grpSp>
        <p:nvGrpSpPr>
          <p:cNvPr id="69" name="Google Shape;32;p6"/>
          <p:cNvGrpSpPr/>
          <p:nvPr/>
        </p:nvGrpSpPr>
        <p:grpSpPr>
          <a:xfrm>
            <a:off x="0" y="0"/>
            <a:ext cx="9144000" cy="5143320"/>
            <a:chOff x="0" y="0"/>
            <a:chExt cx="9144000" cy="5143320"/>
          </a:xfrm>
        </p:grpSpPr>
        <p:pic>
          <p:nvPicPr>
            <p:cNvPr id="70" name="Google Shape;33;p6" descr=""/>
            <p:cNvPicPr/>
            <p:nvPr/>
          </p:nvPicPr>
          <p:blipFill>
            <a:blip r:embed="rId2"/>
            <a:stretch/>
          </p:blipFill>
          <p:spPr>
            <a:xfrm>
              <a:off x="0" y="0"/>
              <a:ext cx="9143640" cy="5143320"/>
            </a:xfrm>
            <a:prstGeom prst="rect">
              <a:avLst/>
            </a:prstGeom>
            <a:noFill/>
            <a:ln w="0">
              <a:noFill/>
            </a:ln>
          </p:spPr>
        </p:pic>
        <p:pic>
          <p:nvPicPr>
            <p:cNvPr id="71" name="Google Shape;34;p6" descr=""/>
            <p:cNvPicPr/>
            <p:nvPr/>
          </p:nvPicPr>
          <p:blipFill>
            <a:blip r:embed="rId3">
              <a:alphaModFix amt="90000"/>
            </a:blip>
            <a:srcRect l="0" t="0" r="0" b="35334"/>
            <a:stretch/>
          </p:blipFill>
          <p:spPr>
            <a:xfrm flipH="1">
              <a:off x="360" y="1817640"/>
              <a:ext cx="9143640" cy="3325680"/>
            </a:xfrm>
            <a:prstGeom prst="rect">
              <a:avLst/>
            </a:prstGeom>
            <a:noFill/>
            <a:ln w="0">
              <a:noFill/>
            </a:ln>
          </p:spPr>
        </p:pic>
      </p:grpSp>
      <p:sp>
        <p:nvSpPr>
          <p:cNvPr id="72" name="PlaceHolder 1"/>
          <p:cNvSpPr>
            <a:spLocks noGrp="1"/>
          </p:cNvSpPr>
          <p:nvPr>
            <p:ph type="title"/>
          </p:nvPr>
        </p:nvSpPr>
        <p:spPr>
          <a:xfrm>
            <a:off x="228600" y="3776400"/>
            <a:ext cx="8686440" cy="1170000"/>
          </a:xfrm>
          <a:prstGeom prst="rect">
            <a:avLst/>
          </a:prstGeom>
          <a:noFill/>
          <a:ln w="0">
            <a:noFill/>
          </a:ln>
        </p:spPr>
        <p:txBody>
          <a:bodyPr lIns="91440" rIns="91440" tIns="91440" bIns="91440" anchor="b">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1_1">
    <p:bg>
      <p:bgPr>
        <a:solidFill>
          <a:schemeClr val="lt1"/>
        </a:solidFill>
      </p:bgPr>
    </p:bg>
    <p:spTree>
      <p:nvGrpSpPr>
        <p:cNvPr id="1" name=""/>
        <p:cNvGrpSpPr/>
        <p:nvPr/>
      </p:nvGrpSpPr>
      <p:grpSpPr>
        <a:xfrm>
          <a:off x="0" y="0"/>
          <a:ext cx="0" cy="0"/>
          <a:chOff x="0" y="0"/>
          <a:chExt cx="0" cy="0"/>
        </a:xfrm>
      </p:grpSpPr>
      <p:pic>
        <p:nvPicPr>
          <p:cNvPr id="9" name="Google Shape;58;p13" descr=""/>
          <p:cNvPicPr/>
          <p:nvPr/>
        </p:nvPicPr>
        <p:blipFill>
          <a:blip r:embed="rId2"/>
          <a:stretch/>
        </p:blipFill>
        <p:spPr>
          <a:xfrm>
            <a:off x="0" y="0"/>
            <a:ext cx="9143640" cy="5143320"/>
          </a:xfrm>
          <a:prstGeom prst="rect">
            <a:avLst/>
          </a:prstGeom>
          <a:noFill/>
          <a:ln w="0">
            <a:noFill/>
          </a:ln>
        </p:spPr>
      </p:pic>
      <p:sp>
        <p:nvSpPr>
          <p:cNvPr id="10" name="PlaceHolder 1"/>
          <p:cNvSpPr>
            <a:spLocks noGrp="1"/>
          </p:cNvSpPr>
          <p:nvPr>
            <p:ph type="title"/>
          </p:nvPr>
        </p:nvSpPr>
        <p:spPr>
          <a:xfrm>
            <a:off x="228600" y="210240"/>
            <a:ext cx="8686440" cy="575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 name="PlaceHolder 2"/>
          <p:cNvSpPr>
            <a:spLocks noGrp="1"/>
          </p:cNvSpPr>
          <p:nvPr>
            <p:ph type="title"/>
          </p:nvPr>
        </p:nvSpPr>
        <p:spPr>
          <a:xfrm>
            <a:off x="228600" y="143640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2" name="PlaceHolder 3"/>
          <p:cNvSpPr>
            <a:spLocks noGrp="1"/>
          </p:cNvSpPr>
          <p:nvPr>
            <p:ph type="title"/>
          </p:nvPr>
        </p:nvSpPr>
        <p:spPr>
          <a:xfrm>
            <a:off x="228600" y="187848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3" name="PlaceHolder 4"/>
          <p:cNvSpPr>
            <a:spLocks noGrp="1"/>
          </p:cNvSpPr>
          <p:nvPr>
            <p:ph type="title"/>
          </p:nvPr>
        </p:nvSpPr>
        <p:spPr>
          <a:xfrm>
            <a:off x="228600" y="232056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4" name="PlaceHolder 5"/>
          <p:cNvSpPr>
            <a:spLocks noGrp="1"/>
          </p:cNvSpPr>
          <p:nvPr>
            <p:ph type="title"/>
          </p:nvPr>
        </p:nvSpPr>
        <p:spPr>
          <a:xfrm>
            <a:off x="228600" y="276264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5" name="PlaceHolder 6"/>
          <p:cNvSpPr>
            <a:spLocks noGrp="1"/>
          </p:cNvSpPr>
          <p:nvPr>
            <p:ph type="title"/>
          </p:nvPr>
        </p:nvSpPr>
        <p:spPr>
          <a:xfrm>
            <a:off x="228600" y="320472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6" name="PlaceHolder 7"/>
          <p:cNvSpPr>
            <a:spLocks noGrp="1"/>
          </p:cNvSpPr>
          <p:nvPr>
            <p:ph type="title"/>
          </p:nvPr>
        </p:nvSpPr>
        <p:spPr>
          <a:xfrm>
            <a:off x="228600" y="364680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7" name="PlaceHolder 8"/>
          <p:cNvSpPr>
            <a:spLocks noGrp="1"/>
          </p:cNvSpPr>
          <p:nvPr>
            <p:ph type="title"/>
          </p:nvPr>
        </p:nvSpPr>
        <p:spPr>
          <a:xfrm>
            <a:off x="228600" y="408888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18" name="PlaceHolder 9"/>
          <p:cNvSpPr>
            <a:spLocks noGrp="1"/>
          </p:cNvSpPr>
          <p:nvPr>
            <p:ph type="title"/>
          </p:nvPr>
        </p:nvSpPr>
        <p:spPr>
          <a:xfrm>
            <a:off x="228600" y="4530960"/>
            <a:ext cx="727560" cy="384120"/>
          </a:xfrm>
          <a:prstGeom prst="rect">
            <a:avLst/>
          </a:prstGeom>
          <a:noFill/>
          <a:ln w="0">
            <a:noFill/>
          </a:ln>
        </p:spPr>
        <p:txBody>
          <a:bodyPr lIns="91440" rIns="91440" tIns="91440" bIns="91440" anchor="ctr">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pic>
        <p:nvPicPr>
          <p:cNvPr id="24" name="Google Shape;83;p15" descr=""/>
          <p:cNvPicPr/>
          <p:nvPr/>
        </p:nvPicPr>
        <p:blipFill>
          <a:blip r:embed="rId2"/>
          <a:stretch/>
        </p:blipFill>
        <p:spPr>
          <a:xfrm>
            <a:off x="0" y="0"/>
            <a:ext cx="9143640" cy="5143320"/>
          </a:xfrm>
          <a:prstGeom prst="rect">
            <a:avLst/>
          </a:prstGeom>
          <a:noFill/>
          <a:ln w="0">
            <a:noFill/>
          </a:ln>
        </p:spPr>
      </p:pic>
      <p:sp>
        <p:nvSpPr>
          <p:cNvPr id="25" name="PlaceHolder 1"/>
          <p:cNvSpPr>
            <a:spLocks noGrp="1"/>
          </p:cNvSpPr>
          <p:nvPr>
            <p:ph type="title"/>
          </p:nvPr>
        </p:nvSpPr>
        <p:spPr>
          <a:xfrm>
            <a:off x="228600" y="3776400"/>
            <a:ext cx="3719520" cy="1171080"/>
          </a:xfrm>
          <a:prstGeom prst="rect">
            <a:avLst/>
          </a:prstGeom>
          <a:noFill/>
          <a:ln w="0">
            <a:noFill/>
          </a:ln>
        </p:spPr>
        <p:txBody>
          <a:bodyPr lIns="91440" rIns="91440" tIns="91440" bIns="91440" anchor="b">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6" name="PlaceHolder 2"/>
          <p:cNvSpPr>
            <a:spLocks noGrp="1"/>
          </p:cNvSpPr>
          <p:nvPr>
            <p:ph type="body"/>
          </p:nvPr>
        </p:nvSpPr>
        <p:spPr>
          <a:xfrm>
            <a:off x="1476000" y="343080"/>
            <a:ext cx="1855800" cy="275724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6_1_1">
    <p:bg>
      <p:bgPr>
        <a:solidFill>
          <a:schemeClr val="lt1"/>
        </a:solidFill>
      </p:bgPr>
    </p:bg>
    <p:spTree>
      <p:nvGrpSpPr>
        <p:cNvPr id="1" name=""/>
        <p:cNvGrpSpPr/>
        <p:nvPr/>
      </p:nvGrpSpPr>
      <p:grpSpPr>
        <a:xfrm>
          <a:off x="0" y="0"/>
          <a:ext cx="0" cy="0"/>
          <a:chOff x="0" y="0"/>
          <a:chExt cx="0" cy="0"/>
        </a:xfrm>
      </p:grpSpPr>
      <p:pic>
        <p:nvPicPr>
          <p:cNvPr id="27" name="Google Shape;88;p16" descr=""/>
          <p:cNvPicPr/>
          <p:nvPr/>
        </p:nvPicPr>
        <p:blipFill>
          <a:blip r:embed="rId2"/>
          <a:stretch/>
        </p:blipFill>
        <p:spPr>
          <a:xfrm>
            <a:off x="0" y="0"/>
            <a:ext cx="9143640" cy="5143320"/>
          </a:xfrm>
          <a:prstGeom prst="rect">
            <a:avLst/>
          </a:prstGeom>
          <a:noFill/>
          <a:ln w="0">
            <a:noFill/>
          </a:ln>
        </p:spPr>
      </p:pic>
      <p:sp>
        <p:nvSpPr>
          <p:cNvPr id="28" name="PlaceHolder 1"/>
          <p:cNvSpPr>
            <a:spLocks noGrp="1"/>
          </p:cNvSpPr>
          <p:nvPr>
            <p:ph type="title"/>
          </p:nvPr>
        </p:nvSpPr>
        <p:spPr>
          <a:xfrm>
            <a:off x="228600" y="3777480"/>
            <a:ext cx="3211920" cy="1172160"/>
          </a:xfrm>
          <a:prstGeom prst="rect">
            <a:avLst/>
          </a:prstGeom>
          <a:noFill/>
          <a:ln w="0">
            <a:noFill/>
          </a:ln>
        </p:spPr>
        <p:txBody>
          <a:bodyPr lIns="91440" rIns="91440" tIns="91440" bIns="91440" anchor="b">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9" name="PlaceHolder 2"/>
          <p:cNvSpPr>
            <a:spLocks noGrp="1"/>
          </p:cNvSpPr>
          <p:nvPr>
            <p:ph type="title"/>
          </p:nvPr>
        </p:nvSpPr>
        <p:spPr>
          <a:xfrm>
            <a:off x="4568040" y="228600"/>
            <a:ext cx="1243440" cy="349920"/>
          </a:xfrm>
          <a:prstGeom prst="rect">
            <a:avLst/>
          </a:prstGeom>
          <a:noFill/>
          <a:ln w="0">
            <a:noFill/>
          </a:ln>
        </p:spPr>
        <p:txBody>
          <a:bodyPr lIns="91440" rIns="91440" tIns="91440" bIns="91440" anchor="b">
            <a:noAutofit/>
          </a:bodyPr>
          <a:p>
            <a:pPr indent="0">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0" name="PlaceHolder 3"/>
          <p:cNvSpPr>
            <a:spLocks noGrp="1"/>
          </p:cNvSpPr>
          <p:nvPr>
            <p:ph type="title"/>
          </p:nvPr>
        </p:nvSpPr>
        <p:spPr>
          <a:xfrm>
            <a:off x="1472400" y="228600"/>
            <a:ext cx="1243440" cy="349920"/>
          </a:xfrm>
          <a:prstGeom prst="rect">
            <a:avLst/>
          </a:prstGeom>
          <a:noFill/>
          <a:ln w="0">
            <a:noFill/>
          </a:ln>
        </p:spPr>
        <p:txBody>
          <a:bodyPr lIns="91440" rIns="91440" tIns="91440" bIns="91440" anchor="b">
            <a:noAutofit/>
          </a:bodyPr>
          <a:p>
            <a:pPr indent="0">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1" name="PlaceHolder 4"/>
          <p:cNvSpPr>
            <a:spLocks noGrp="1"/>
          </p:cNvSpPr>
          <p:nvPr>
            <p:ph type="title"/>
          </p:nvPr>
        </p:nvSpPr>
        <p:spPr>
          <a:xfrm>
            <a:off x="7675560" y="228600"/>
            <a:ext cx="1243440" cy="349920"/>
          </a:xfrm>
          <a:prstGeom prst="rect">
            <a:avLst/>
          </a:prstGeom>
          <a:noFill/>
          <a:ln w="0">
            <a:noFill/>
          </a:ln>
        </p:spPr>
        <p:txBody>
          <a:bodyPr lIns="91440" rIns="91440" tIns="91440" bIns="91440" anchor="b">
            <a:noAutofit/>
          </a:bodyPr>
          <a:p>
            <a:pPr indent="0">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3_1">
    <p:bg>
      <p:bgPr>
        <a:solidFill>
          <a:schemeClr val="lt1"/>
        </a:solidFill>
      </p:bgPr>
    </p:bg>
    <p:spTree>
      <p:nvGrpSpPr>
        <p:cNvPr id="1" name=""/>
        <p:cNvGrpSpPr/>
        <p:nvPr/>
      </p:nvGrpSpPr>
      <p:grpSpPr>
        <a:xfrm>
          <a:off x="0" y="0"/>
          <a:ext cx="0" cy="0"/>
          <a:chOff x="0" y="0"/>
          <a:chExt cx="0" cy="0"/>
        </a:xfrm>
      </p:grpSpPr>
      <p:pic>
        <p:nvPicPr>
          <p:cNvPr id="32" name="Google Shape;97;p17" descr=""/>
          <p:cNvPicPr/>
          <p:nvPr/>
        </p:nvPicPr>
        <p:blipFill>
          <a:blip r:embed="rId2"/>
          <a:stretch/>
        </p:blipFill>
        <p:spPr>
          <a:xfrm>
            <a:off x="0" y="0"/>
            <a:ext cx="9143640" cy="5143320"/>
          </a:xfrm>
          <a:prstGeom prst="rect">
            <a:avLst/>
          </a:prstGeom>
          <a:noFill/>
          <a:ln w="0">
            <a:noFill/>
          </a:ln>
        </p:spPr>
      </p:pic>
      <p:sp>
        <p:nvSpPr>
          <p:cNvPr id="33" name="PlaceHolder 1"/>
          <p:cNvSpPr>
            <a:spLocks noGrp="1"/>
          </p:cNvSpPr>
          <p:nvPr>
            <p:ph type="title"/>
          </p:nvPr>
        </p:nvSpPr>
        <p:spPr>
          <a:xfrm>
            <a:off x="228600" y="210240"/>
            <a:ext cx="8686440" cy="57240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34" name="PlaceHolder 2"/>
          <p:cNvSpPr>
            <a:spLocks noGrp="1"/>
          </p:cNvSpPr>
          <p:nvPr>
            <p:ph type="title"/>
          </p:nvPr>
        </p:nvSpPr>
        <p:spPr>
          <a:xfrm>
            <a:off x="8300520" y="4604400"/>
            <a:ext cx="613440" cy="310320"/>
          </a:xfrm>
          <a:prstGeom prst="rect">
            <a:avLst/>
          </a:prstGeom>
          <a:noFill/>
          <a:ln w="0">
            <a:noFill/>
          </a:ln>
        </p:spPr>
        <p:txBody>
          <a:bodyPr lIns="91440" rIns="91440" tIns="91440" bIns="91440" anchor="b">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5" name="PlaceHolder 3"/>
          <p:cNvSpPr>
            <a:spLocks noGrp="1"/>
          </p:cNvSpPr>
          <p:nvPr>
            <p:ph type="title"/>
          </p:nvPr>
        </p:nvSpPr>
        <p:spPr>
          <a:xfrm>
            <a:off x="8300520" y="2056320"/>
            <a:ext cx="613440" cy="310320"/>
          </a:xfrm>
          <a:prstGeom prst="rect">
            <a:avLst/>
          </a:prstGeom>
          <a:noFill/>
          <a:ln w="0">
            <a:noFill/>
          </a:ln>
        </p:spPr>
        <p:txBody>
          <a:bodyPr lIns="91440" rIns="91440" tIns="91440" bIns="91440" anchor="b">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6" name="PlaceHolder 4"/>
          <p:cNvSpPr>
            <a:spLocks noGrp="1"/>
          </p:cNvSpPr>
          <p:nvPr>
            <p:ph type="title"/>
          </p:nvPr>
        </p:nvSpPr>
        <p:spPr>
          <a:xfrm>
            <a:off x="3343680" y="2056680"/>
            <a:ext cx="612000" cy="310320"/>
          </a:xfrm>
          <a:prstGeom prst="rect">
            <a:avLst/>
          </a:prstGeom>
          <a:noFill/>
          <a:ln w="0">
            <a:noFill/>
          </a:ln>
        </p:spPr>
        <p:txBody>
          <a:bodyPr lIns="91440" rIns="91440" tIns="91440" bIns="91440" anchor="b">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7" name="PlaceHolder 5"/>
          <p:cNvSpPr>
            <a:spLocks noGrp="1"/>
          </p:cNvSpPr>
          <p:nvPr>
            <p:ph type="title"/>
          </p:nvPr>
        </p:nvSpPr>
        <p:spPr>
          <a:xfrm>
            <a:off x="3343680" y="4604400"/>
            <a:ext cx="612720" cy="310320"/>
          </a:xfrm>
          <a:prstGeom prst="rect">
            <a:avLst/>
          </a:prstGeom>
          <a:noFill/>
          <a:ln w="0">
            <a:noFill/>
          </a:ln>
        </p:spPr>
        <p:txBody>
          <a:bodyPr lIns="91440" rIns="91440" tIns="91440" bIns="91440" anchor="b">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8" name="PlaceHolder 6"/>
          <p:cNvSpPr>
            <a:spLocks noGrp="1"/>
          </p:cNvSpPr>
          <p:nvPr>
            <p:ph type="title"/>
          </p:nvPr>
        </p:nvSpPr>
        <p:spPr>
          <a:xfrm>
            <a:off x="8300520" y="3330360"/>
            <a:ext cx="613440" cy="310320"/>
          </a:xfrm>
          <a:prstGeom prst="rect">
            <a:avLst/>
          </a:prstGeom>
          <a:noFill/>
          <a:ln w="0">
            <a:noFill/>
          </a:ln>
        </p:spPr>
        <p:txBody>
          <a:bodyPr lIns="91440" rIns="91440" tIns="91440" bIns="91440" anchor="b">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
        <p:nvSpPr>
          <p:cNvPr id="39" name="PlaceHolder 7"/>
          <p:cNvSpPr>
            <a:spLocks noGrp="1"/>
          </p:cNvSpPr>
          <p:nvPr>
            <p:ph type="title"/>
          </p:nvPr>
        </p:nvSpPr>
        <p:spPr>
          <a:xfrm>
            <a:off x="3343320" y="3330360"/>
            <a:ext cx="612720" cy="310320"/>
          </a:xfrm>
          <a:prstGeom prst="rect">
            <a:avLst/>
          </a:prstGeom>
          <a:noFill/>
          <a:ln w="0">
            <a:noFill/>
          </a:ln>
        </p:spPr>
        <p:txBody>
          <a:bodyPr lIns="91440" rIns="91440" tIns="91440" bIns="91440" anchor="b">
            <a:noAutofit/>
          </a:bodyPr>
          <a:p>
            <a:pPr indent="0" algn="ctr">
              <a:lnSpc>
                <a:spcPct val="100000"/>
              </a:lnSpc>
              <a:buNone/>
            </a:pPr>
            <a:r>
              <a:rPr b="0" lang="fr-FR" sz="1400" strike="noStrike" u="none">
                <a:solidFill>
                  <a:schemeClr val="dk1"/>
                </a:solidFill>
                <a:effectLst/>
                <a:uFillTx/>
                <a:latin typeface="Cossette Texte"/>
                <a:ea typeface="Cossette Texte"/>
              </a:rPr>
              <a:t>xx%</a:t>
            </a:r>
            <a:endParaRPr b="0" lang="fr-FR" sz="1400" strike="noStrike" u="non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bg>
      <p:bgPr>
        <a:solidFill>
          <a:schemeClr val="lt1"/>
        </a:solidFill>
      </p:bgPr>
    </p:bg>
    <p:spTree>
      <p:nvGrpSpPr>
        <p:cNvPr id="1" name=""/>
        <p:cNvGrpSpPr/>
        <p:nvPr/>
      </p:nvGrpSpPr>
      <p:grpSpPr>
        <a:xfrm>
          <a:off x="0" y="0"/>
          <a:ext cx="0" cy="0"/>
          <a:chOff x="0" y="0"/>
          <a:chExt cx="0" cy="0"/>
        </a:xfrm>
      </p:grpSpPr>
      <p:pic>
        <p:nvPicPr>
          <p:cNvPr id="44" name="Google Shape;117;p19" descr=""/>
          <p:cNvPicPr/>
          <p:nvPr/>
        </p:nvPicPr>
        <p:blipFill>
          <a:blip r:embed="rId2"/>
          <a:stretch/>
        </p:blipFill>
        <p:spPr>
          <a:xfrm>
            <a:off x="0" y="0"/>
            <a:ext cx="9143640" cy="5143320"/>
          </a:xfrm>
          <a:prstGeom prst="rect">
            <a:avLst/>
          </a:prstGeom>
          <a:noFill/>
          <a:ln w="0">
            <a:noFill/>
          </a:ln>
        </p:spPr>
      </p:pic>
      <p:sp>
        <p:nvSpPr>
          <p:cNvPr id="45" name="PlaceHolder 1"/>
          <p:cNvSpPr>
            <a:spLocks noGrp="1"/>
          </p:cNvSpPr>
          <p:nvPr>
            <p:ph type="title"/>
          </p:nvPr>
        </p:nvSpPr>
        <p:spPr>
          <a:xfrm>
            <a:off x="228600" y="210240"/>
            <a:ext cx="8686440" cy="57240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grpSp>
        <p:nvGrpSpPr>
          <p:cNvPr id="46" name="Google Shape;120;p20"/>
          <p:cNvGrpSpPr/>
          <p:nvPr/>
        </p:nvGrpSpPr>
        <p:grpSpPr>
          <a:xfrm>
            <a:off x="0" y="0"/>
            <a:ext cx="9143640" cy="5143680"/>
            <a:chOff x="0" y="0"/>
            <a:chExt cx="9143640" cy="5143680"/>
          </a:xfrm>
        </p:grpSpPr>
        <p:pic>
          <p:nvPicPr>
            <p:cNvPr id="47" name="Google Shape;121;p20" descr=""/>
            <p:cNvPicPr/>
            <p:nvPr/>
          </p:nvPicPr>
          <p:blipFill>
            <a:blip r:embed="rId2"/>
            <a:stretch/>
          </p:blipFill>
          <p:spPr>
            <a:xfrm>
              <a:off x="0" y="0"/>
              <a:ext cx="9143640" cy="5143320"/>
            </a:xfrm>
            <a:prstGeom prst="rect">
              <a:avLst/>
            </a:prstGeom>
            <a:noFill/>
            <a:ln w="0">
              <a:noFill/>
            </a:ln>
          </p:spPr>
        </p:pic>
        <p:pic>
          <p:nvPicPr>
            <p:cNvPr id="48" name="Google Shape;122;p20" descr=""/>
            <p:cNvPicPr/>
            <p:nvPr/>
          </p:nvPicPr>
          <p:blipFill>
            <a:blip r:embed="rId3"/>
            <a:srcRect l="0" t="5295" r="0" b="53139"/>
            <a:stretch/>
          </p:blipFill>
          <p:spPr>
            <a:xfrm flipH="1" rot="10800000">
              <a:off x="0" y="3006000"/>
              <a:ext cx="9143640" cy="2137320"/>
            </a:xfrm>
            <a:prstGeom prst="rect">
              <a:avLst/>
            </a:prstGeom>
            <a:noFill/>
            <a:ln w="0">
              <a:noFill/>
            </a:ln>
          </p:spPr>
        </p:pic>
      </p:grpSp>
      <p:sp>
        <p:nvSpPr>
          <p:cNvPr id="49" name="PlaceHolder 1"/>
          <p:cNvSpPr>
            <a:spLocks noGrp="1"/>
          </p:cNvSpPr>
          <p:nvPr>
            <p:ph type="title"/>
          </p:nvPr>
        </p:nvSpPr>
        <p:spPr>
          <a:xfrm>
            <a:off x="228600" y="192960"/>
            <a:ext cx="3733920" cy="117108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50" name="Google Shape;125;p20"/>
          <p:cNvSpPr/>
          <p:nvPr/>
        </p:nvSpPr>
        <p:spPr>
          <a:xfrm>
            <a:off x="2715840" y="4358880"/>
            <a:ext cx="3733920" cy="555840"/>
          </a:xfrm>
          <a:prstGeom prst="rect">
            <a:avLst/>
          </a:prstGeom>
          <a:noFill/>
          <a:ln w="0">
            <a:noFill/>
          </a:ln>
        </p:spPr>
        <p:style>
          <a:lnRef idx="0"/>
          <a:fillRef idx="0"/>
          <a:effectRef idx="0"/>
          <a:fontRef idx="minor"/>
        </p:style>
        <p:txBody>
          <a:bodyPr tIns="91440" bIns="91440" anchor="b">
            <a:noAutofit/>
          </a:bodyPr>
          <a:p>
            <a:pPr algn="ctr" defTabSz="914400">
              <a:lnSpc>
                <a:spcPct val="100000"/>
              </a:lnSpc>
              <a:spcBef>
                <a:spcPts val="300"/>
              </a:spcBef>
              <a:tabLst>
                <a:tab algn="l" pos="0"/>
              </a:tabLst>
            </a:pPr>
            <a:r>
              <a:rPr b="1" lang="en" sz="1000" strike="noStrike" u="none">
                <a:solidFill>
                  <a:schemeClr val="dk1"/>
                </a:solidFill>
                <a:effectLst/>
                <a:uFillTx/>
                <a:latin typeface="Inter Tight"/>
                <a:ea typeface="Inter Tight"/>
              </a:rPr>
              <a:t>CREDITS:</a:t>
            </a:r>
            <a:r>
              <a:rPr b="0" lang="en" sz="1000" strike="noStrike" u="none">
                <a:solidFill>
                  <a:schemeClr val="dk1"/>
                </a:solidFill>
                <a:effectLst/>
                <a:uFillTx/>
                <a:latin typeface="Inter Tight"/>
                <a:ea typeface="Inter Tight"/>
              </a:rPr>
              <a:t> This presentation template was created by </a:t>
            </a:r>
            <a:r>
              <a:rPr b="1" lang="en" sz="1000" strike="noStrike" u="sng">
                <a:solidFill>
                  <a:schemeClr val="hlink"/>
                </a:solidFill>
                <a:effectLst/>
                <a:uFillTx/>
                <a:latin typeface="Inter Tight"/>
                <a:ea typeface="Inter Tight"/>
                <a:hlinkClick r:id="rId4"/>
              </a:rPr>
              <a:t>Slidesgo</a:t>
            </a:r>
            <a:r>
              <a:rPr b="0" lang="en" sz="1000" strike="noStrike" u="none">
                <a:solidFill>
                  <a:schemeClr val="dk1"/>
                </a:solidFill>
                <a:effectLst/>
                <a:uFillTx/>
                <a:latin typeface="Inter Tight"/>
                <a:ea typeface="Inter Tight"/>
              </a:rPr>
              <a:t>, and includes icons, infographics &amp; images by </a:t>
            </a:r>
            <a:r>
              <a:rPr b="1" lang="en" sz="1000" strike="noStrike" u="sng">
                <a:solidFill>
                  <a:schemeClr val="dk1"/>
                </a:solidFill>
                <a:effectLst/>
                <a:uFillTx/>
                <a:latin typeface="Inter Tight"/>
                <a:ea typeface="Inter Tight"/>
                <a:hlinkClick r:id="rId5"/>
              </a:rPr>
              <a:t>Freepik</a:t>
            </a:r>
            <a:r>
              <a:rPr b="0" lang="en" sz="1000" strike="noStrike" u="sng">
                <a:solidFill>
                  <a:schemeClr val="dk1"/>
                </a:solidFill>
                <a:effectLst/>
                <a:uFillTx/>
                <a:latin typeface="Inter Tight"/>
                <a:ea typeface="Inter Tight"/>
              </a:rPr>
              <a:t> </a:t>
            </a:r>
            <a:endParaRPr b="0" lang="en-US" sz="1000" strike="noStrike" u="none">
              <a:solidFill>
                <a:srgbClr val="ffffff"/>
              </a:solidFill>
              <a:effectLst/>
              <a:uFillTx/>
              <a:latin typeface="OpenSymbo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grpSp>
        <p:nvGrpSpPr>
          <p:cNvPr id="51" name="Google Shape;15;p3"/>
          <p:cNvGrpSpPr/>
          <p:nvPr/>
        </p:nvGrpSpPr>
        <p:grpSpPr>
          <a:xfrm>
            <a:off x="0" y="0"/>
            <a:ext cx="9143640" cy="5143320"/>
            <a:chOff x="0" y="0"/>
            <a:chExt cx="9143640" cy="5143320"/>
          </a:xfrm>
        </p:grpSpPr>
        <p:pic>
          <p:nvPicPr>
            <p:cNvPr id="52" name="Google Shape;16;p3" descr=""/>
            <p:cNvPicPr/>
            <p:nvPr/>
          </p:nvPicPr>
          <p:blipFill>
            <a:blip r:embed="rId2"/>
            <a:stretch/>
          </p:blipFill>
          <p:spPr>
            <a:xfrm>
              <a:off x="0" y="0"/>
              <a:ext cx="9143640" cy="5143320"/>
            </a:xfrm>
            <a:prstGeom prst="rect">
              <a:avLst/>
            </a:prstGeom>
            <a:noFill/>
            <a:ln w="0">
              <a:noFill/>
            </a:ln>
          </p:spPr>
        </p:pic>
        <p:pic>
          <p:nvPicPr>
            <p:cNvPr id="53" name="Google Shape;17;p3" descr=""/>
            <p:cNvPicPr/>
            <p:nvPr/>
          </p:nvPicPr>
          <p:blipFill>
            <a:blip r:embed="rId3"/>
            <a:srcRect l="0" t="5295" r="0" b="53139"/>
            <a:stretch/>
          </p:blipFill>
          <p:spPr>
            <a:xfrm>
              <a:off x="0" y="0"/>
              <a:ext cx="9143640" cy="2137320"/>
            </a:xfrm>
            <a:prstGeom prst="rect">
              <a:avLst/>
            </a:prstGeom>
            <a:noFill/>
            <a:ln w="0">
              <a:noFill/>
            </a:ln>
          </p:spPr>
        </p:pic>
      </p:grpSp>
      <p:sp>
        <p:nvSpPr>
          <p:cNvPr id="54" name="PlaceHolder 1"/>
          <p:cNvSpPr>
            <a:spLocks noGrp="1"/>
          </p:cNvSpPr>
          <p:nvPr>
            <p:ph type="title"/>
          </p:nvPr>
        </p:nvSpPr>
        <p:spPr>
          <a:xfrm>
            <a:off x="228600" y="3454200"/>
            <a:ext cx="3719520" cy="1510920"/>
          </a:xfrm>
          <a:prstGeom prst="rect">
            <a:avLst/>
          </a:prstGeom>
          <a:noFill/>
          <a:ln w="0">
            <a:noFill/>
          </a:ln>
        </p:spPr>
        <p:txBody>
          <a:bodyPr lIns="91440" rIns="91440" tIns="91440" bIns="91440" anchor="b">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55" name="PlaceHolder 2"/>
          <p:cNvSpPr>
            <a:spLocks noGrp="1"/>
          </p:cNvSpPr>
          <p:nvPr>
            <p:ph type="title"/>
          </p:nvPr>
        </p:nvSpPr>
        <p:spPr>
          <a:xfrm>
            <a:off x="4633560" y="2827440"/>
            <a:ext cx="1651680" cy="915480"/>
          </a:xfrm>
          <a:prstGeom prst="rect">
            <a:avLst/>
          </a:prstGeom>
          <a:noFill/>
          <a:ln w="0">
            <a:noFill/>
          </a:ln>
        </p:spPr>
        <p:txBody>
          <a:bodyPr lIns="91440" rIns="91440" tIns="91440" bIns="91440" anchor="b">
            <a:noAutofit/>
          </a:bodyPr>
          <a:p>
            <a:pPr indent="0">
              <a:lnSpc>
                <a:spcPct val="100000"/>
              </a:lnSpc>
              <a:buNone/>
            </a:pPr>
            <a:r>
              <a:rPr b="0" lang="fr-FR" sz="2500" strike="noStrike" u="none">
                <a:solidFill>
                  <a:schemeClr val="dk1"/>
                </a:solidFill>
                <a:effectLst/>
                <a:uFillTx/>
                <a:latin typeface="Cossette Texte"/>
                <a:ea typeface="Cossette Texte"/>
              </a:rPr>
              <a:t>xx%</a:t>
            </a:r>
            <a:endParaRPr b="0" lang="fr-FR" sz="25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pic>
        <p:nvPicPr>
          <p:cNvPr id="62" name="Google Shape;21;p4" descr=""/>
          <p:cNvPicPr/>
          <p:nvPr/>
        </p:nvPicPr>
        <p:blipFill>
          <a:blip r:embed="rId2"/>
          <a:stretch/>
        </p:blipFill>
        <p:spPr>
          <a:xfrm>
            <a:off x="0" y="0"/>
            <a:ext cx="9143640" cy="5143320"/>
          </a:xfrm>
          <a:prstGeom prst="rect">
            <a:avLst/>
          </a:prstGeom>
          <a:noFill/>
          <a:ln w="0">
            <a:noFill/>
          </a:ln>
        </p:spPr>
      </p:pic>
      <p:sp>
        <p:nvSpPr>
          <p:cNvPr id="63" name="PlaceHolder 1"/>
          <p:cNvSpPr>
            <a:spLocks noGrp="1"/>
          </p:cNvSpPr>
          <p:nvPr>
            <p:ph type="title"/>
          </p:nvPr>
        </p:nvSpPr>
        <p:spPr>
          <a:xfrm>
            <a:off x="228600" y="208440"/>
            <a:ext cx="8686440" cy="57240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64" name="PlaceHolder 2"/>
          <p:cNvSpPr>
            <a:spLocks noGrp="1"/>
          </p:cNvSpPr>
          <p:nvPr>
            <p:ph type="body"/>
          </p:nvPr>
        </p:nvSpPr>
        <p:spPr>
          <a:xfrm>
            <a:off x="1476000" y="1498680"/>
            <a:ext cx="7439040" cy="3416040"/>
          </a:xfrm>
          <a:prstGeom prst="rect">
            <a:avLst/>
          </a:prstGeom>
          <a:noFill/>
          <a:ln w="0">
            <a:noFill/>
          </a:ln>
        </p:spPr>
        <p:txBody>
          <a:bodyPr lIns="91440" rIns="91440" tIns="91440" bIns="91440" anchor="b">
            <a:noAutofit/>
          </a:bodyPr>
          <a:p>
            <a:pPr marL="432000" indent="-324000">
              <a:spcBef>
                <a:spcPts val="1417"/>
              </a:spcBef>
              <a:buClr>
                <a:srgbClr val="ffffff"/>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pic>
        <p:nvPicPr>
          <p:cNvPr id="73" name="Google Shape;37;p7" descr=""/>
          <p:cNvPicPr/>
          <p:nvPr/>
        </p:nvPicPr>
        <p:blipFill>
          <a:blip r:embed="rId2"/>
          <a:stretch/>
        </p:blipFill>
        <p:spPr>
          <a:xfrm>
            <a:off x="0" y="0"/>
            <a:ext cx="9143640" cy="5143320"/>
          </a:xfrm>
          <a:prstGeom prst="rect">
            <a:avLst/>
          </a:prstGeom>
          <a:noFill/>
          <a:ln w="0">
            <a:noFill/>
          </a:ln>
        </p:spPr>
      </p:pic>
      <p:sp>
        <p:nvSpPr>
          <p:cNvPr id="74" name="PlaceHolder 1"/>
          <p:cNvSpPr>
            <a:spLocks noGrp="1"/>
          </p:cNvSpPr>
          <p:nvPr>
            <p:ph type="title"/>
          </p:nvPr>
        </p:nvSpPr>
        <p:spPr>
          <a:xfrm>
            <a:off x="228600" y="2236320"/>
            <a:ext cx="3719520" cy="572400"/>
          </a:xfrm>
          <a:prstGeom prst="rect">
            <a:avLst/>
          </a:prstGeom>
          <a:noFill/>
          <a:ln w="0">
            <a:noFill/>
          </a:ln>
        </p:spPr>
        <p:txBody>
          <a:bodyPr lIns="91440" rIns="91440" tIns="91440" bIns="91440" anchor="ctr">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pic>
        <p:nvPicPr>
          <p:cNvPr id="75" name="Google Shape;41;p8" descr=""/>
          <p:cNvPicPr/>
          <p:nvPr/>
        </p:nvPicPr>
        <p:blipFill>
          <a:blip r:embed="rId2"/>
          <a:stretch/>
        </p:blipFill>
        <p:spPr>
          <a:xfrm>
            <a:off x="0" y="0"/>
            <a:ext cx="9143640" cy="5143320"/>
          </a:xfrm>
          <a:prstGeom prst="rect">
            <a:avLst/>
          </a:prstGeom>
          <a:noFill/>
          <a:ln w="0">
            <a:noFill/>
          </a:ln>
        </p:spPr>
      </p:pic>
      <p:sp>
        <p:nvSpPr>
          <p:cNvPr id="76" name="PlaceHolder 1"/>
          <p:cNvSpPr>
            <a:spLocks noGrp="1"/>
          </p:cNvSpPr>
          <p:nvPr>
            <p:ph type="title"/>
          </p:nvPr>
        </p:nvSpPr>
        <p:spPr>
          <a:xfrm>
            <a:off x="228600" y="228600"/>
            <a:ext cx="5606640" cy="234288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pic>
        <p:nvPicPr>
          <p:cNvPr id="77" name="Google Shape;44;p9" descr=""/>
          <p:cNvPicPr/>
          <p:nvPr/>
        </p:nvPicPr>
        <p:blipFill>
          <a:blip r:embed="rId2"/>
          <a:stretch/>
        </p:blipFill>
        <p:spPr>
          <a:xfrm>
            <a:off x="0" y="0"/>
            <a:ext cx="9143640" cy="5143320"/>
          </a:xfrm>
          <a:prstGeom prst="rect">
            <a:avLst/>
          </a:prstGeom>
          <a:noFill/>
          <a:ln w="0">
            <a:noFill/>
          </a:ln>
        </p:spPr>
      </p:pic>
      <p:sp>
        <p:nvSpPr>
          <p:cNvPr id="78" name="PlaceHolder 1"/>
          <p:cNvSpPr>
            <a:spLocks noGrp="1"/>
          </p:cNvSpPr>
          <p:nvPr>
            <p:ph type="title"/>
          </p:nvPr>
        </p:nvSpPr>
        <p:spPr>
          <a:xfrm>
            <a:off x="2135520" y="1441800"/>
            <a:ext cx="4872600" cy="11869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79"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80" name="PlaceHolder 2"/>
          <p:cNvSpPr>
            <a:spLocks noGrp="1"/>
          </p:cNvSpPr>
          <p:nvPr>
            <p:ph type="title"/>
          </p:nvPr>
        </p:nvSpPr>
        <p:spPr>
          <a:xfrm>
            <a:off x="228600" y="4342320"/>
            <a:ext cx="3726720" cy="572400"/>
          </a:xfrm>
          <a:prstGeom prst="rect">
            <a:avLst/>
          </a:prstGeom>
          <a:solidFill>
            <a:schemeClr val="lt1"/>
          </a:solidFill>
          <a:ln w="0">
            <a:noFill/>
          </a:ln>
        </p:spPr>
        <p:txBody>
          <a:bodyPr lIns="91440" rIns="91440" tIns="91440" bIns="91440" anchor="b">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81" name="Google Shape;139;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2"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83" name="Google Shape;142;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85"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Google Shape;149;p27"/>
          <p:cNvSpPr/>
          <p:nvPr/>
        </p:nvSpPr>
        <p:spPr>
          <a:xfrm>
            <a:off x="7562880" y="304920"/>
            <a:ext cx="1238040" cy="1425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tabLst>
                <a:tab algn="l" pos="0"/>
              </a:tabLst>
            </a:pPr>
            <a:r>
              <a:rPr b="0" lang="en" sz="900" strike="noStrike" u="none">
                <a:solidFill>
                  <a:schemeClr val="dk2"/>
                </a:solidFill>
                <a:effectLst/>
                <a:uFillTx/>
                <a:latin typeface="Arial"/>
              </a:rPr>
              <a:t>STRATEGIC OVERVIEW</a:t>
            </a:r>
            <a:endParaRPr b="0" lang="en-US" sz="900" strike="noStrike" u="none">
              <a:solidFill>
                <a:srgbClr val="ffffff"/>
              </a:solidFill>
              <a:effectLst/>
              <a:uFillTx/>
              <a:latin typeface="OpenSymbol"/>
            </a:endParaRPr>
          </a:p>
        </p:txBody>
      </p:sp>
      <p:sp>
        <p:nvSpPr>
          <p:cNvPr id="87" name="PlaceHolder 1"/>
          <p:cNvSpPr>
            <a:spLocks noGrp="1"/>
          </p:cNvSpPr>
          <p:nvPr>
            <p:ph type="title"/>
          </p:nvPr>
        </p:nvSpPr>
        <p:spPr>
          <a:xfrm>
            <a:off x="228600" y="190440"/>
            <a:ext cx="4200120" cy="1209240"/>
          </a:xfrm>
          <a:prstGeom prst="rect">
            <a:avLst/>
          </a:prstGeom>
          <a:noFill/>
          <a:ln w="0">
            <a:noFill/>
          </a:ln>
        </p:spPr>
        <p:txBody>
          <a:bodyPr lIns="91440" rIns="91440" tIns="91440" bIns="91440" anchor="t">
            <a:normAutofit/>
          </a:bodyPr>
          <a:p>
            <a:pPr indent="0">
              <a:lnSpc>
                <a:spcPct val="100000"/>
              </a:lnSpc>
              <a:buNone/>
              <a:tabLst>
                <a:tab algn="l" pos="0"/>
              </a:tabLst>
            </a:pPr>
            <a:r>
              <a:rPr b="0" lang="en-US" sz="2500" strike="noStrike" u="none">
                <a:solidFill>
                  <a:schemeClr val="dk1"/>
                </a:solidFill>
                <a:effectLst/>
                <a:uFillTx/>
                <a:latin typeface="Cossette Texte"/>
                <a:ea typeface="Cossette Texte"/>
              </a:rPr>
              <a:t>Rent</a:t>
            </a:r>
            <a:endParaRPr b="0" lang="fr-FR" sz="2500" strike="noStrike" u="none">
              <a:solidFill>
                <a:schemeClr val="dk1"/>
              </a:solidFill>
              <a:effectLst/>
              <a:uFillTx/>
              <a:latin typeface="Arial"/>
            </a:endParaRPr>
          </a:p>
          <a:p>
            <a:pPr indent="0">
              <a:lnSpc>
                <a:spcPct val="100000"/>
              </a:lnSpc>
              <a:buNone/>
              <a:tabLst>
                <a:tab algn="l" pos="0"/>
              </a:tabLst>
            </a:pPr>
            <a:r>
              <a:rPr b="0" lang="en-US" sz="2500" strike="noStrike" u="none">
                <a:solidFill>
                  <a:schemeClr val="dk1"/>
                </a:solidFill>
                <a:effectLst/>
                <a:uFillTx/>
                <a:latin typeface="Cossette Texte"/>
                <a:ea typeface="Cossette Texte"/>
              </a:rPr>
              <a:t> Rover</a:t>
            </a:r>
            <a:endParaRPr b="0" lang="fr-FR" sz="2500" strike="noStrike" u="none">
              <a:solidFill>
                <a:schemeClr val="dk1"/>
              </a:solidFill>
              <a:effectLst/>
              <a:uFillTx/>
              <a:latin typeface="Arial"/>
            </a:endParaRPr>
          </a:p>
        </p:txBody>
      </p:sp>
      <p:sp>
        <p:nvSpPr>
          <p:cNvPr id="88" name="PlaceHolder 2"/>
          <p:cNvSpPr>
            <a:spLocks noGrp="1"/>
          </p:cNvSpPr>
          <p:nvPr>
            <p:ph type="subTitle"/>
          </p:nvPr>
        </p:nvSpPr>
        <p:spPr>
          <a:xfrm>
            <a:off x="4638600" y="190440"/>
            <a:ext cx="1514160" cy="1209240"/>
          </a:xfrm>
          <a:prstGeom prst="rect">
            <a:avLst/>
          </a:prstGeom>
          <a:noFill/>
          <a:ln w="0">
            <a:noFill/>
          </a:ln>
        </p:spPr>
        <p:txBody>
          <a:bodyPr lIns="91440" rIns="91440" tIns="91440" bIns="91440" anchor="t">
            <a:normAutofit/>
          </a:bodyPr>
          <a:p>
            <a:pPr indent="0">
              <a:lnSpc>
                <a:spcPct val="100000"/>
              </a:lnSpc>
              <a:buNone/>
              <a:tabLst>
                <a:tab algn="l" pos="0"/>
              </a:tabLst>
            </a:pPr>
            <a:r>
              <a:rPr b="0" lang="en-US" sz="1400" strike="noStrike" u="none">
                <a:solidFill>
                  <a:schemeClr val="dk1"/>
                </a:solidFill>
                <a:effectLst/>
                <a:uFillTx/>
                <a:latin typeface="Inter Tight"/>
                <a:ea typeface="Inter Tight"/>
              </a:rPr>
              <a:t>A Car Rental System</a:t>
            </a:r>
            <a:endParaRPr b="0" lang="en-US" sz="1400" strike="noStrike" u="none">
              <a:solidFill>
                <a:srgbClr val="ffffff"/>
              </a:solidFill>
              <a:effectLst/>
              <a:uFillTx/>
              <a:latin typeface="OpenSymbol"/>
            </a:endParaRPr>
          </a:p>
        </p:txBody>
      </p:sp>
      <p:cxnSp>
        <p:nvCxnSpPr>
          <p:cNvPr id="89" name="Google Shape;152;p27"/>
          <p:cNvCxnSpPr/>
          <p:nvPr/>
        </p:nvCxnSpPr>
        <p:spPr>
          <a:xfrm flipV="1">
            <a:off x="4572000" y="-148320"/>
            <a:ext cx="360" cy="391140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Introduction</a:t>
            </a:r>
            <a:endParaRPr b="0" lang="fr-FR" sz="1800" strike="noStrike" u="none">
              <a:solidFill>
                <a:schemeClr val="dk1"/>
              </a:solidFill>
              <a:effectLst/>
              <a:uFillTx/>
              <a:latin typeface="Arial"/>
            </a:endParaRPr>
          </a:p>
        </p:txBody>
      </p:sp>
      <p:sp>
        <p:nvSpPr>
          <p:cNvPr id="91" name="PlaceHolder 2"/>
          <p:cNvSpPr>
            <a:spLocks noGrp="1"/>
          </p:cNvSpPr>
          <p:nvPr>
            <p:ph type="subTitle"/>
          </p:nvPr>
        </p:nvSpPr>
        <p:spPr>
          <a:xfrm>
            <a:off x="228600" y="266760"/>
            <a:ext cx="6800400" cy="22762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Rent Rover is a </a:t>
            </a:r>
            <a:r>
              <a:rPr b="1" lang="en-US" sz="1200" strike="noStrike" u="none">
                <a:solidFill>
                  <a:schemeClr val="dk1"/>
                </a:solidFill>
                <a:effectLst/>
                <a:uFillTx/>
                <a:latin typeface="Inter Tight"/>
                <a:ea typeface="Inter Tight"/>
              </a:rPr>
              <a:t>Java Swing-based car rental management system</a:t>
            </a:r>
            <a:r>
              <a:rPr b="0" lang="en-US" sz="1200" strike="noStrike" u="none">
                <a:solidFill>
                  <a:schemeClr val="dk1"/>
                </a:solidFill>
                <a:effectLst/>
                <a:uFillTx/>
                <a:latin typeface="Inter Tight"/>
                <a:ea typeface="Inter Tight"/>
              </a:rPr>
              <a:t> integrated with MySQL for database management. It features an Admin Dashboard showing key metrics such as total customers, cars, and bookings. The system simplifies and streamlines the car rental process, enhancing efficiency and reducing errors. Its clean, user-friendly interface uses a light theme with green accents for clarity and accessibility.</a:t>
            </a:r>
            <a:endParaRPr b="0" lang="en-US" sz="1200" strike="noStrike" u="none">
              <a:solidFill>
                <a:srgbClr val="ffffff"/>
              </a:solidFill>
              <a:effectLst/>
              <a:uFillTx/>
              <a:latin typeface="OpenSymbol"/>
            </a:endParaRPr>
          </a:p>
        </p:txBody>
      </p:sp>
      <p:cxnSp>
        <p:nvCxnSpPr>
          <p:cNvPr id="92"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Project</a:t>
            </a:r>
            <a:endParaRPr b="0" lang="fr-FR" sz="1800" strike="noStrike" u="none">
              <a:solidFill>
                <a:schemeClr val="dk1"/>
              </a:solidFill>
              <a:effectLst/>
              <a:uFillTx/>
              <a:latin typeface="Arial"/>
            </a:endParaRPr>
          </a:p>
          <a:p>
            <a:pPr indent="0">
              <a:lnSpc>
                <a:spcPct val="100000"/>
              </a:lnSpc>
              <a:buNone/>
              <a:tabLst>
                <a:tab algn="l" pos="0"/>
              </a:tabLst>
            </a:pPr>
            <a:r>
              <a:rPr b="0" lang="en-US" sz="1800" strike="noStrike" u="none">
                <a:solidFill>
                  <a:schemeClr val="dk1"/>
                </a:solidFill>
                <a:effectLst/>
                <a:uFillTx/>
                <a:latin typeface="Cossette Texte"/>
                <a:ea typeface="Cossette Texte"/>
              </a:rPr>
              <a:t> Overview</a:t>
            </a:r>
            <a:endParaRPr b="0" lang="fr-FR" sz="1800" strike="noStrike" u="none">
              <a:solidFill>
                <a:schemeClr val="dk1"/>
              </a:solidFill>
              <a:effectLst/>
              <a:uFillTx/>
              <a:latin typeface="Arial"/>
            </a:endParaRPr>
          </a:p>
        </p:txBody>
      </p:sp>
      <p:sp>
        <p:nvSpPr>
          <p:cNvPr id="94" name="PlaceHolder 2"/>
          <p:cNvSpPr>
            <a:spLocks noGrp="1"/>
          </p:cNvSpPr>
          <p:nvPr>
            <p:ph type="subTitle"/>
          </p:nvPr>
        </p:nvSpPr>
        <p:spPr>
          <a:xfrm>
            <a:off x="228600" y="266760"/>
            <a:ext cx="6800400" cy="2276640"/>
          </a:xfrm>
          <a:prstGeom prst="rect">
            <a:avLst/>
          </a:prstGeom>
          <a:noFill/>
          <a:ln w="0">
            <a:noFill/>
          </a:ln>
        </p:spPr>
        <p:txBody>
          <a:bodyPr lIns="91440" rIns="91440" tIns="91440" bIns="91440" anchor="t">
            <a:spAutoFit/>
          </a:bodyPr>
          <a:p>
            <a:pPr indent="0" algn="ctr">
              <a:buNone/>
            </a:pPr>
            <a:endParaRPr b="0" lang="en-US" sz="1200" strike="noStrike" u="none">
              <a:solidFill>
                <a:schemeClr val="dk1"/>
              </a:solidFill>
              <a:effectLst/>
              <a:uFillTx/>
              <a:latin typeface="Inter Tight"/>
              <a:ea typeface="Inter Tight"/>
            </a:endParaRPr>
          </a:p>
        </p:txBody>
      </p:sp>
      <p:cxnSp>
        <p:nvCxnSpPr>
          <p:cNvPr id="95"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Introduction and Problem</a:t>
            </a:r>
            <a:endParaRPr b="0" lang="fr-FR" sz="1800" strike="noStrike" u="none">
              <a:solidFill>
                <a:schemeClr val="dk1"/>
              </a:solidFill>
              <a:effectLst/>
              <a:uFillTx/>
              <a:latin typeface="Arial"/>
            </a:endParaRPr>
          </a:p>
          <a:p>
            <a:pPr indent="0">
              <a:lnSpc>
                <a:spcPct val="100000"/>
              </a:lnSpc>
              <a:buNone/>
              <a:tabLst>
                <a:tab algn="l" pos="0"/>
              </a:tabLst>
            </a:pPr>
            <a:r>
              <a:rPr b="0" lang="en-US" sz="1800" strike="noStrike" u="none">
                <a:solidFill>
                  <a:schemeClr val="dk1"/>
                </a:solidFill>
                <a:effectLst/>
                <a:uFillTx/>
                <a:latin typeface="Cossette Texte"/>
                <a:ea typeface="Cossette Texte"/>
              </a:rPr>
              <a:t> Statement</a:t>
            </a:r>
            <a:endParaRPr b="0" lang="fr-FR" sz="1800" strike="noStrike" u="none">
              <a:solidFill>
                <a:schemeClr val="dk1"/>
              </a:solidFill>
              <a:effectLst/>
              <a:uFillTx/>
              <a:latin typeface="Arial"/>
            </a:endParaRPr>
          </a:p>
        </p:txBody>
      </p:sp>
      <p:sp>
        <p:nvSpPr>
          <p:cNvPr id="97" name="PlaceHolder 2"/>
          <p:cNvSpPr>
            <a:spLocks noGrp="1"/>
          </p:cNvSpPr>
          <p:nvPr>
            <p:ph type="subTitle"/>
          </p:nvPr>
        </p:nvSpPr>
        <p:spPr>
          <a:xfrm>
            <a:off x="228600" y="266760"/>
            <a:ext cx="6800400" cy="22762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Manual car rental processes are often time-consuming, error-prone, and inefficient. Rent Rover addresses these issues with an automated system that manages car bookings, user profiles, and administrative tasks efficiently. This system eliminates manual errors and speeds up rental operations, improving user experience and management reliability.</a:t>
            </a:r>
            <a:endParaRPr b="0" lang="en-US" sz="1200" strike="noStrike" u="none">
              <a:solidFill>
                <a:srgbClr val="ffffff"/>
              </a:solidFill>
              <a:effectLst/>
              <a:uFillTx/>
              <a:latin typeface="OpenSymbol"/>
            </a:endParaRPr>
          </a:p>
        </p:txBody>
      </p:sp>
      <p:cxnSp>
        <p:nvCxnSpPr>
          <p:cNvPr id="98"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Objectives of the</a:t>
            </a:r>
            <a:endParaRPr b="0" lang="fr-FR" sz="1800" strike="noStrike" u="none">
              <a:solidFill>
                <a:schemeClr val="dk1"/>
              </a:solidFill>
              <a:effectLst/>
              <a:uFillTx/>
              <a:latin typeface="Arial"/>
            </a:endParaRPr>
          </a:p>
          <a:p>
            <a:pPr indent="0">
              <a:lnSpc>
                <a:spcPct val="100000"/>
              </a:lnSpc>
              <a:buNone/>
              <a:tabLst>
                <a:tab algn="l" pos="0"/>
              </a:tabLst>
            </a:pPr>
            <a:r>
              <a:rPr b="0" lang="en-US" sz="1800" strike="noStrike" u="none">
                <a:solidFill>
                  <a:schemeClr val="dk1"/>
                </a:solidFill>
                <a:effectLst/>
                <a:uFillTx/>
                <a:latin typeface="Cossette Texte"/>
                <a:ea typeface="Cossette Texte"/>
              </a:rPr>
              <a:t> System</a:t>
            </a:r>
            <a:endParaRPr b="0" lang="fr-FR" sz="1800" strike="noStrike" u="none">
              <a:solidFill>
                <a:schemeClr val="dk1"/>
              </a:solidFill>
              <a:effectLst/>
              <a:uFillTx/>
              <a:latin typeface="Arial"/>
            </a:endParaRPr>
          </a:p>
        </p:txBody>
      </p:sp>
      <p:sp>
        <p:nvSpPr>
          <p:cNvPr id="100" name="PlaceHolder 2"/>
          <p:cNvSpPr>
            <a:spLocks noGrp="1"/>
          </p:cNvSpPr>
          <p:nvPr>
            <p:ph type="subTitle"/>
          </p:nvPr>
        </p:nvSpPr>
        <p:spPr>
          <a:xfrm>
            <a:off x="228600" y="266760"/>
            <a:ext cx="6800400" cy="22762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The main goals of Rent Rover are to </a:t>
            </a:r>
            <a:r>
              <a:rPr b="1" lang="en-US" sz="1200" strike="noStrike" u="none">
                <a:solidFill>
                  <a:schemeClr val="dk1"/>
                </a:solidFill>
                <a:effectLst/>
                <a:uFillTx/>
                <a:latin typeface="Inter Tight"/>
                <a:ea typeface="Inter Tight"/>
              </a:rPr>
              <a:t>simplify car rental operations</a:t>
            </a:r>
            <a:r>
              <a:rPr b="0" lang="en-US" sz="1200" strike="noStrike" u="none">
                <a:solidFill>
                  <a:schemeClr val="dk1"/>
                </a:solidFill>
                <a:effectLst/>
                <a:uFillTx/>
                <a:latin typeface="Inter Tight"/>
                <a:ea typeface="Inter Tight"/>
              </a:rPr>
              <a:t>, provide real-time booking management, and maintain accurate records of users and cars. It supports user registration, secure logins, and profile management while enabling admins to control car and user data effectively. The system aims to boost operational efficiency and enhance user satisfaction.</a:t>
            </a:r>
            <a:endParaRPr b="0" lang="en-US" sz="1200" strike="noStrike" u="none">
              <a:solidFill>
                <a:srgbClr val="ffffff"/>
              </a:solidFill>
              <a:effectLst/>
              <a:uFillTx/>
              <a:latin typeface="OpenSymbol"/>
            </a:endParaRPr>
          </a:p>
        </p:txBody>
      </p:sp>
      <p:cxnSp>
        <p:nvCxnSpPr>
          <p:cNvPr id="101"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Software and Technologies Used</a:t>
            </a:r>
            <a:endParaRPr b="0" lang="fr-FR" sz="1800" strike="noStrike" u="none">
              <a:solidFill>
                <a:schemeClr val="dk1"/>
              </a:solidFill>
              <a:effectLst/>
              <a:uFillTx/>
              <a:latin typeface="Arial"/>
            </a:endParaRPr>
          </a:p>
        </p:txBody>
      </p:sp>
      <p:sp>
        <p:nvSpPr>
          <p:cNvPr id="103" name="PlaceHolder 2"/>
          <p:cNvSpPr>
            <a:spLocks noGrp="1"/>
          </p:cNvSpPr>
          <p:nvPr>
            <p:ph type="subTitle"/>
          </p:nvPr>
        </p:nvSpPr>
        <p:spPr>
          <a:xfrm>
            <a:off x="4572000" y="2581200"/>
            <a:ext cx="4343040" cy="2342880"/>
          </a:xfrm>
          <a:prstGeom prst="rect">
            <a:avLst/>
          </a:prstGeom>
          <a:noFill/>
          <a:ln w="0">
            <a:noFill/>
          </a:ln>
        </p:spPr>
        <p:txBody>
          <a:bodyPr lIns="91440" rIns="91440" tIns="91440" bIns="91440" anchor="b">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Rent Rover utilizes </a:t>
            </a:r>
            <a:r>
              <a:rPr b="1" lang="en-US" sz="1200" strike="noStrike" u="none">
                <a:solidFill>
                  <a:schemeClr val="dk1"/>
                </a:solidFill>
                <a:effectLst/>
                <a:uFillTx/>
                <a:latin typeface="Inter Tight"/>
                <a:ea typeface="Inter Tight"/>
              </a:rPr>
              <a:t>Java Swing</a:t>
            </a:r>
            <a:r>
              <a:rPr b="0" lang="en-US" sz="1200" strike="noStrike" u="none">
                <a:solidFill>
                  <a:schemeClr val="dk1"/>
                </a:solidFill>
                <a:effectLst/>
                <a:uFillTx/>
                <a:latin typeface="Inter Tight"/>
                <a:ea typeface="Inter Tight"/>
              </a:rPr>
              <a:t> for its graphical user interface, providing a responsive and user-friendly experience. The backend is managed with </a:t>
            </a:r>
            <a:r>
              <a:rPr b="1" lang="en-US" sz="1200" strike="noStrike" u="none">
                <a:solidFill>
                  <a:schemeClr val="dk1"/>
                </a:solidFill>
                <a:effectLst/>
                <a:uFillTx/>
                <a:latin typeface="Inter Tight"/>
                <a:ea typeface="Inter Tight"/>
              </a:rPr>
              <a:t>MySQL</a:t>
            </a:r>
            <a:r>
              <a:rPr b="0" lang="en-US" sz="1200" strike="noStrike" u="none">
                <a:solidFill>
                  <a:schemeClr val="dk1"/>
                </a:solidFill>
                <a:effectLst/>
                <a:uFillTx/>
                <a:latin typeface="Inter Tight"/>
                <a:ea typeface="Inter Tight"/>
              </a:rPr>
              <a:t>, ensuring robust data storage for users, cars, bookings, and images stored as BLOBs. Additional tools include JDBC for database connectivity and image handling, supporting seamless system integration and data management.</a:t>
            </a:r>
            <a:endParaRPr b="0" lang="en-US" sz="1200" strike="noStrike" u="none">
              <a:solidFill>
                <a:srgbClr val="ffffff"/>
              </a:solidFill>
              <a:effectLst/>
              <a:uFillTx/>
              <a:latin typeface="OpenSymbol"/>
            </a:endParaRPr>
          </a:p>
        </p:txBody>
      </p:sp>
      <p:pic>
        <p:nvPicPr>
          <p:cNvPr id="104" name="Google Shape;236;p32" descr=""/>
          <p:cNvPicPr/>
          <p:nvPr/>
        </p:nvPicPr>
        <p:blipFill>
          <a:blip r:embed="rId1"/>
          <a:srcRect l="1914" t="0" r="1904" b="2028"/>
          <a:stretch/>
        </p:blipFill>
        <p:spPr>
          <a:xfrm>
            <a:off x="1476000" y="343080"/>
            <a:ext cx="1855800" cy="27572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System</a:t>
            </a:r>
            <a:endParaRPr b="0" lang="fr-FR" sz="1800" strike="noStrike" u="none">
              <a:solidFill>
                <a:schemeClr val="dk1"/>
              </a:solidFill>
              <a:effectLst/>
              <a:uFillTx/>
              <a:latin typeface="Arial"/>
            </a:endParaRPr>
          </a:p>
          <a:p>
            <a:pPr indent="0">
              <a:lnSpc>
                <a:spcPct val="100000"/>
              </a:lnSpc>
              <a:buNone/>
              <a:tabLst>
                <a:tab algn="l" pos="0"/>
              </a:tabLst>
            </a:pPr>
            <a:r>
              <a:rPr b="0" lang="en-US" sz="1800" strike="noStrike" u="none">
                <a:solidFill>
                  <a:schemeClr val="dk1"/>
                </a:solidFill>
                <a:effectLst/>
                <a:uFillTx/>
                <a:latin typeface="Cossette Texte"/>
                <a:ea typeface="Cossette Texte"/>
              </a:rPr>
              <a:t> Details</a:t>
            </a:r>
            <a:endParaRPr b="0" lang="fr-FR" sz="1800" strike="noStrike" u="none">
              <a:solidFill>
                <a:schemeClr val="dk1"/>
              </a:solidFill>
              <a:effectLst/>
              <a:uFillTx/>
              <a:latin typeface="Arial"/>
            </a:endParaRPr>
          </a:p>
        </p:txBody>
      </p:sp>
      <p:sp>
        <p:nvSpPr>
          <p:cNvPr id="106" name="PlaceHolder 2"/>
          <p:cNvSpPr>
            <a:spLocks noGrp="1"/>
          </p:cNvSpPr>
          <p:nvPr>
            <p:ph type="subTitle"/>
          </p:nvPr>
        </p:nvSpPr>
        <p:spPr>
          <a:xfrm>
            <a:off x="228600" y="266760"/>
            <a:ext cx="6800400" cy="2276640"/>
          </a:xfrm>
          <a:prstGeom prst="rect">
            <a:avLst/>
          </a:prstGeom>
          <a:noFill/>
          <a:ln w="0">
            <a:noFill/>
          </a:ln>
        </p:spPr>
        <p:txBody>
          <a:bodyPr lIns="91440" rIns="91440" tIns="91440" bIns="91440" anchor="t">
            <a:spAutoFit/>
          </a:bodyPr>
          <a:p>
            <a:pPr indent="0" algn="ctr">
              <a:buNone/>
            </a:pPr>
            <a:endParaRPr b="0" lang="en-US" sz="1200" strike="noStrike" u="none">
              <a:solidFill>
                <a:schemeClr val="dk1"/>
              </a:solidFill>
              <a:effectLst/>
              <a:uFillTx/>
              <a:latin typeface="Inter Tight"/>
              <a:ea typeface="Inter Tight"/>
            </a:endParaRPr>
          </a:p>
        </p:txBody>
      </p:sp>
      <p:cxnSp>
        <p:nvCxnSpPr>
          <p:cNvPr id="107"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System Architecture and Database</a:t>
            </a:r>
            <a:endParaRPr b="0" lang="fr-FR" sz="1800" strike="noStrike" u="none">
              <a:solidFill>
                <a:schemeClr val="dk1"/>
              </a:solidFill>
              <a:effectLst/>
              <a:uFillTx/>
              <a:latin typeface="Arial"/>
            </a:endParaRPr>
          </a:p>
          <a:p>
            <a:pPr indent="0">
              <a:lnSpc>
                <a:spcPct val="100000"/>
              </a:lnSpc>
              <a:buNone/>
              <a:tabLst>
                <a:tab algn="l" pos="0"/>
              </a:tabLst>
            </a:pPr>
            <a:r>
              <a:rPr b="0" lang="en-US" sz="1800" strike="noStrike" u="none">
                <a:solidFill>
                  <a:schemeClr val="dk1"/>
                </a:solidFill>
                <a:effectLst/>
                <a:uFillTx/>
                <a:latin typeface="Cossette Texte"/>
                <a:ea typeface="Cossette Texte"/>
              </a:rPr>
              <a:t> Design</a:t>
            </a:r>
            <a:endParaRPr b="0" lang="fr-FR" sz="1800" strike="noStrike" u="none">
              <a:solidFill>
                <a:schemeClr val="dk1"/>
              </a:solidFill>
              <a:effectLst/>
              <a:uFillTx/>
              <a:latin typeface="Arial"/>
            </a:endParaRPr>
          </a:p>
        </p:txBody>
      </p:sp>
      <p:sp>
        <p:nvSpPr>
          <p:cNvPr id="109" name="PlaceHolder 2"/>
          <p:cNvSpPr>
            <a:spLocks noGrp="1"/>
          </p:cNvSpPr>
          <p:nvPr>
            <p:ph type="subTitle"/>
          </p:nvPr>
        </p:nvSpPr>
        <p:spPr>
          <a:xfrm>
            <a:off x="228600" y="266760"/>
            <a:ext cx="6800400" cy="22762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The system follows a client-server architecture connecting a Java Swing frontend with a MySQL database backend. The database design includes tables for users, cars, bookings, and images, with relationships ensuring data integrity. Cascading deletes maintain consistency by automatically removing related data when a user or car is deleted.</a:t>
            </a:r>
            <a:endParaRPr b="0" lang="en-US" sz="1200" strike="noStrike" u="none">
              <a:solidFill>
                <a:srgbClr val="ffffff"/>
              </a:solidFill>
              <a:effectLst/>
              <a:uFillTx/>
              <a:latin typeface="OpenSymbol"/>
            </a:endParaRPr>
          </a:p>
        </p:txBody>
      </p:sp>
      <p:cxnSp>
        <p:nvCxnSpPr>
          <p:cNvPr id="110"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Major Features: Admin and User</a:t>
            </a:r>
            <a:endParaRPr b="0" lang="fr-FR" sz="1800" strike="noStrike" u="none">
              <a:solidFill>
                <a:schemeClr val="dk1"/>
              </a:solidFill>
              <a:effectLst/>
              <a:uFillTx/>
              <a:latin typeface="Arial"/>
            </a:endParaRPr>
          </a:p>
        </p:txBody>
      </p:sp>
      <p:sp>
        <p:nvSpPr>
          <p:cNvPr id="112" name="PlaceHolder 2"/>
          <p:cNvSpPr>
            <a:spLocks noGrp="1"/>
          </p:cNvSpPr>
          <p:nvPr>
            <p:ph type="subTitle"/>
          </p:nvPr>
        </p:nvSpPr>
        <p:spPr>
          <a:xfrm>
            <a:off x="4572000" y="2581200"/>
            <a:ext cx="4343040" cy="2342880"/>
          </a:xfrm>
          <a:prstGeom prst="rect">
            <a:avLst/>
          </a:prstGeom>
          <a:noFill/>
          <a:ln w="0">
            <a:noFill/>
          </a:ln>
        </p:spPr>
        <p:txBody>
          <a:bodyPr lIns="91440" rIns="91440" tIns="91440" bIns="91440" anchor="b">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Administrators can add, update, and delete cars and users, managing the system comprehensively. Users can sign up, log in, book cars, view booking history, and manage their profile and balance. The system’s dashboard presents key statistics visually, enhancing administrative oversight and user interaction.</a:t>
            </a:r>
            <a:endParaRPr b="0" lang="en-US" sz="1200" strike="noStrike" u="none">
              <a:solidFill>
                <a:srgbClr val="ffffff"/>
              </a:solidFill>
              <a:effectLst/>
              <a:uFillTx/>
              <a:latin typeface="OpenSymbol"/>
            </a:endParaRPr>
          </a:p>
        </p:txBody>
      </p:sp>
      <p:pic>
        <p:nvPicPr>
          <p:cNvPr id="113" name="Google Shape;236;p32" descr=""/>
          <p:cNvPicPr/>
          <p:nvPr/>
        </p:nvPicPr>
        <p:blipFill>
          <a:blip r:embed="rId1"/>
          <a:srcRect l="1914" t="0" r="1904" b="2028"/>
          <a:stretch/>
        </p:blipFill>
        <p:spPr>
          <a:xfrm>
            <a:off x="1476000" y="343080"/>
            <a:ext cx="1855800" cy="27572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User Interface and Sample</a:t>
            </a:r>
            <a:endParaRPr b="0" lang="fr-FR" sz="1800" strike="noStrike" u="none">
              <a:solidFill>
                <a:schemeClr val="dk1"/>
              </a:solidFill>
              <a:effectLst/>
              <a:uFillTx/>
              <a:latin typeface="Arial"/>
            </a:endParaRPr>
          </a:p>
          <a:p>
            <a:pPr indent="0">
              <a:lnSpc>
                <a:spcPct val="100000"/>
              </a:lnSpc>
              <a:buNone/>
              <a:tabLst>
                <a:tab algn="l" pos="0"/>
              </a:tabLst>
            </a:pPr>
            <a:r>
              <a:rPr b="0" lang="en-US" sz="1800" strike="noStrike" u="none">
                <a:solidFill>
                  <a:schemeClr val="dk1"/>
                </a:solidFill>
                <a:effectLst/>
                <a:uFillTx/>
                <a:latin typeface="Cossette Texte"/>
                <a:ea typeface="Cossette Texte"/>
              </a:rPr>
              <a:t> Code</a:t>
            </a:r>
            <a:endParaRPr b="0" lang="fr-FR" sz="1800" strike="noStrike" u="none">
              <a:solidFill>
                <a:schemeClr val="dk1"/>
              </a:solidFill>
              <a:effectLst/>
              <a:uFillTx/>
              <a:latin typeface="Arial"/>
            </a:endParaRPr>
          </a:p>
        </p:txBody>
      </p:sp>
      <p:sp>
        <p:nvSpPr>
          <p:cNvPr id="115" name="PlaceHolder 2"/>
          <p:cNvSpPr>
            <a:spLocks noGrp="1"/>
          </p:cNvSpPr>
          <p:nvPr>
            <p:ph type="subTitle"/>
          </p:nvPr>
        </p:nvSpPr>
        <p:spPr>
          <a:xfrm>
            <a:off x="228600" y="266760"/>
            <a:ext cx="6800400" cy="227628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The interface employs a clean white and light grey theme with black borders and green accents for clarity. Screens include Admin Dashboard, Booking Page, and Customer Page, featuring icons and clear metrics. Sample code snippets demonstrate database access and GUI event handling, illustrating system functionality and design simplicity.</a:t>
            </a:r>
            <a:endParaRPr b="0" lang="en-US" sz="1200" strike="noStrike" u="none">
              <a:solidFill>
                <a:srgbClr val="ffffff"/>
              </a:solidFill>
              <a:effectLst/>
              <a:uFillTx/>
              <a:latin typeface="OpenSymbol"/>
            </a:endParaRPr>
          </a:p>
        </p:txBody>
      </p:sp>
      <p:cxnSp>
        <p:nvCxnSpPr>
          <p:cNvPr id="116" name="Google Shape;221;p30"/>
          <p:cNvCxnSpPr/>
          <p:nvPr/>
        </p:nvCxnSpPr>
        <p:spPr>
          <a:xfrm flipH="1">
            <a:off x="313200" y="4914720"/>
            <a:ext cx="7853760" cy="360"/>
          </a:xfrm>
          <a:prstGeom prst="straightConnector1">
            <a:avLst/>
          </a:prstGeom>
          <a:ln w="9525">
            <a:solidFill>
              <a:srgbClr val="efefef"/>
            </a:solidFill>
            <a:prstDash val="dot"/>
            <a:round/>
            <a:headEnd len="med" type="oval" w="med"/>
          </a:ln>
        </p:spPr>
      </p:cxn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228600" y="3772080"/>
            <a:ext cx="3723840" cy="1171080"/>
          </a:xfrm>
          <a:prstGeom prst="rect">
            <a:avLst/>
          </a:prstGeom>
          <a:noFill/>
          <a:ln w="0">
            <a:noFill/>
          </a:ln>
        </p:spPr>
        <p:txBody>
          <a:bodyPr lIns="91440" rIns="91440" tIns="91440" bIns="91440" anchor="b">
            <a:normAutofit/>
          </a:bodyPr>
          <a:p>
            <a:pPr indent="0">
              <a:lnSpc>
                <a:spcPct val="100000"/>
              </a:lnSpc>
              <a:buNone/>
              <a:tabLst>
                <a:tab algn="l" pos="0"/>
              </a:tabLst>
            </a:pPr>
            <a:r>
              <a:rPr b="0" lang="en-US" sz="1800" strike="noStrike" u="none">
                <a:solidFill>
                  <a:schemeClr val="dk1"/>
                </a:solidFill>
                <a:effectLst/>
                <a:uFillTx/>
                <a:latin typeface="Cossette Texte"/>
                <a:ea typeface="Cossette Texte"/>
              </a:rPr>
              <a:t>Conclusions</a:t>
            </a:r>
            <a:endParaRPr b="0" lang="fr-FR" sz="1800" strike="noStrike" u="none">
              <a:solidFill>
                <a:schemeClr val="dk1"/>
              </a:solidFill>
              <a:effectLst/>
              <a:uFillTx/>
              <a:latin typeface="Arial"/>
            </a:endParaRPr>
          </a:p>
        </p:txBody>
      </p:sp>
      <p:sp>
        <p:nvSpPr>
          <p:cNvPr id="118" name="PlaceHolder 2"/>
          <p:cNvSpPr>
            <a:spLocks noGrp="1"/>
          </p:cNvSpPr>
          <p:nvPr>
            <p:ph type="subTitle"/>
          </p:nvPr>
        </p:nvSpPr>
        <p:spPr>
          <a:xfrm>
            <a:off x="4572000" y="2581200"/>
            <a:ext cx="4343040" cy="2342880"/>
          </a:xfrm>
          <a:prstGeom prst="rect">
            <a:avLst/>
          </a:prstGeom>
          <a:noFill/>
          <a:ln w="0">
            <a:noFill/>
          </a:ln>
        </p:spPr>
        <p:txBody>
          <a:bodyPr lIns="91440" rIns="91440" tIns="91440" bIns="91440" anchor="b">
            <a:normAutofit/>
          </a:bodyPr>
          <a:p>
            <a:pPr indent="0">
              <a:lnSpc>
                <a:spcPct val="150000"/>
              </a:lnSpc>
              <a:buNone/>
              <a:tabLst>
                <a:tab algn="l" pos="0"/>
              </a:tabLst>
            </a:pPr>
            <a:r>
              <a:rPr b="0" lang="en-US" sz="1200" strike="noStrike" u="none">
                <a:solidFill>
                  <a:schemeClr val="dk1"/>
                </a:solidFill>
                <a:effectLst/>
                <a:uFillTx/>
                <a:latin typeface="Inter Tight"/>
                <a:ea typeface="Inter Tight"/>
              </a:rPr>
              <a:t>Rent Rover successfully streamlines car rental management by automating key processes and providing an intuitive interface. The integration of Java Swing with MySQL ensures robust performance and data integrity. This system notably reduces manual effort and errors, enhancing overall operational efficiency and user satisfaction in car rental services.</a:t>
            </a:r>
            <a:endParaRPr b="0" lang="en-US" sz="1200" strike="noStrike" u="none">
              <a:solidFill>
                <a:srgbClr val="ffffff"/>
              </a:solidFill>
              <a:effectLst/>
              <a:uFillTx/>
              <a:latin typeface="OpenSymbol"/>
            </a:endParaRPr>
          </a:p>
        </p:txBody>
      </p:sp>
      <p:pic>
        <p:nvPicPr>
          <p:cNvPr id="119" name="Google Shape;236;p32" descr=""/>
          <p:cNvPicPr/>
          <p:nvPr/>
        </p:nvPicPr>
        <p:blipFill>
          <a:blip r:embed="rId1"/>
          <a:srcRect l="1914" t="0" r="1904" b="2028"/>
          <a:stretch/>
        </p:blipFill>
        <p:spPr>
          <a:xfrm>
            <a:off x="1476000" y="343080"/>
            <a:ext cx="1855800" cy="27572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228600" y="190440"/>
            <a:ext cx="3733560" cy="1171800"/>
          </a:xfrm>
          <a:prstGeom prst="rect">
            <a:avLst/>
          </a:prstGeom>
          <a:noFill/>
          <a:ln w="0">
            <a:noFill/>
          </a:ln>
        </p:spPr>
        <p:txBody>
          <a:bodyPr lIns="91440" rIns="91440" tIns="91440" bIns="91440" anchor="t">
            <a:spAutoFit/>
          </a:bodyPr>
          <a:p>
            <a:pPr indent="0">
              <a:lnSpc>
                <a:spcPct val="100000"/>
              </a:lnSpc>
              <a:buNone/>
              <a:tabLst>
                <a:tab algn="l" pos="0"/>
              </a:tabLst>
            </a:pPr>
            <a:r>
              <a:rPr b="0" lang="en" sz="2500" strike="noStrike" u="none">
                <a:solidFill>
                  <a:schemeClr val="dk1"/>
                </a:solidFill>
                <a:effectLst/>
                <a:uFillTx/>
                <a:latin typeface="Cossette Texte"/>
                <a:ea typeface="Cossette Texte"/>
              </a:rPr>
              <a:t>THANK YOU/</a:t>
            </a:r>
            <a:endParaRPr b="0" lang="fr-FR" sz="2500" strike="noStrike" u="none">
              <a:solidFill>
                <a:schemeClr val="dk1"/>
              </a:solidFill>
              <a:effectLst/>
              <a:uFillTx/>
              <a:latin typeface="Arial"/>
            </a:endParaRPr>
          </a:p>
        </p:txBody>
      </p:sp>
      <p:sp>
        <p:nvSpPr>
          <p:cNvPr id="121" name="PlaceHolder 2"/>
          <p:cNvSpPr>
            <a:spLocks noGrp="1"/>
          </p:cNvSpPr>
          <p:nvPr>
            <p:ph type="subTitle"/>
          </p:nvPr>
        </p:nvSpPr>
        <p:spPr>
          <a:xfrm>
            <a:off x="4638600" y="190440"/>
            <a:ext cx="4219200" cy="1171800"/>
          </a:xfrm>
          <a:prstGeom prst="rect">
            <a:avLst/>
          </a:prstGeom>
          <a:noFill/>
          <a:ln w="0">
            <a:noFill/>
          </a:ln>
        </p:spPr>
        <p:txBody>
          <a:bodyPr lIns="91440" rIns="91440" tIns="91440" bIns="91440" anchor="t">
            <a:spAutoFit/>
          </a:bodyPr>
          <a:p>
            <a:pPr indent="0">
              <a:lnSpc>
                <a:spcPct val="100000"/>
              </a:lnSpc>
              <a:buNone/>
              <a:tabLst>
                <a:tab algn="l" pos="0"/>
              </a:tabLst>
            </a:pPr>
            <a:r>
              <a:rPr b="1" lang="en" sz="1400" strike="noStrike" u="none">
                <a:solidFill>
                  <a:schemeClr val="dk1"/>
                </a:solidFill>
                <a:effectLst/>
                <a:uFillTx/>
                <a:latin typeface="Inter Tight"/>
                <a:ea typeface="Inter Tight"/>
              </a:rPr>
              <a:t>Do you have any questions?</a:t>
            </a:r>
            <a:endParaRPr b="0" lang="en-US" sz="1400" strike="noStrike" u="none">
              <a:solidFill>
                <a:srgbClr val="ffffff"/>
              </a:solidFill>
              <a:effectLst/>
              <a:uFillTx/>
              <a:latin typeface="OpenSymbol"/>
            </a:endParaRPr>
          </a:p>
          <a:p>
            <a:pPr indent="0">
              <a:lnSpc>
                <a:spcPct val="100000"/>
              </a:lnSpc>
              <a:buNone/>
              <a:tabLst>
                <a:tab algn="l" pos="0"/>
              </a:tabLst>
            </a:pPr>
            <a:r>
              <a:rPr b="0" lang="en" sz="1400" strike="noStrike" u="none">
                <a:solidFill>
                  <a:schemeClr val="dk1"/>
                </a:solidFill>
                <a:effectLst/>
                <a:uFillTx/>
                <a:latin typeface="Inter Tight"/>
                <a:ea typeface="Inter Tight"/>
              </a:rPr>
              <a:t>youremail@freepik.com</a:t>
            </a:r>
            <a:endParaRPr b="0" lang="en-US" sz="1400" strike="noStrike" u="none">
              <a:solidFill>
                <a:srgbClr val="ffffff"/>
              </a:solidFill>
              <a:effectLst/>
              <a:uFillTx/>
              <a:latin typeface="OpenSymbol"/>
            </a:endParaRPr>
          </a:p>
          <a:p>
            <a:pPr indent="0">
              <a:lnSpc>
                <a:spcPct val="100000"/>
              </a:lnSpc>
              <a:buNone/>
              <a:tabLst>
                <a:tab algn="l" pos="0"/>
              </a:tabLst>
            </a:pPr>
            <a:r>
              <a:rPr b="0" lang="en" sz="1400" strike="noStrike" u="none">
                <a:solidFill>
                  <a:schemeClr val="dk1"/>
                </a:solidFill>
                <a:effectLst/>
                <a:uFillTx/>
                <a:latin typeface="Inter Tight"/>
                <a:ea typeface="Inter Tight"/>
              </a:rPr>
              <a:t>+00 000 000 000</a:t>
            </a:r>
            <a:endParaRPr b="0" lang="en-US" sz="1400" strike="noStrike" u="none">
              <a:solidFill>
                <a:srgbClr val="ffffff"/>
              </a:solidFill>
              <a:effectLst/>
              <a:uFillTx/>
              <a:latin typeface="OpenSymbol"/>
            </a:endParaRPr>
          </a:p>
          <a:p>
            <a:pPr indent="0">
              <a:lnSpc>
                <a:spcPct val="100000"/>
              </a:lnSpc>
              <a:buNone/>
              <a:tabLst>
                <a:tab algn="l" pos="0"/>
              </a:tabLst>
            </a:pPr>
            <a:r>
              <a:rPr b="0" lang="en" sz="1400" strike="noStrike" u="none">
                <a:solidFill>
                  <a:schemeClr val="dk1"/>
                </a:solidFill>
                <a:effectLst/>
                <a:uFillTx/>
                <a:latin typeface="Inter Tight"/>
                <a:ea typeface="Inter Tight"/>
              </a:rPr>
              <a:t>yourwebsite.com</a:t>
            </a:r>
            <a:endParaRPr b="0" lang="en-US" sz="1400" strike="noStrike" u="none">
              <a:solidFill>
                <a:srgbClr val="ffffff"/>
              </a:solidFill>
              <a:effectLst/>
              <a:uFillTx/>
              <a:latin typeface="OpenSymbol"/>
            </a:endParaRPr>
          </a:p>
        </p:txBody>
      </p:sp>
      <p:sp>
        <p:nvSpPr>
          <p:cNvPr id="122" name="Google Shape;341;p40"/>
          <p:cNvSpPr/>
          <p:nvPr/>
        </p:nvSpPr>
        <p:spPr>
          <a:xfrm>
            <a:off x="2714760" y="4095720"/>
            <a:ext cx="3733560" cy="256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900" strike="noStrike" u="none">
                <a:solidFill>
                  <a:schemeClr val="dk2"/>
                </a:solidFill>
                <a:effectLst/>
                <a:uFillTx/>
                <a:latin typeface="Arial"/>
              </a:rPr>
              <a:t>PLEASE KEEP THIS SLIDE FOR ATTRIBUTION</a:t>
            </a:r>
            <a:endParaRPr b="0" lang="en-US" sz="900" strike="noStrike" u="none">
              <a:solidFill>
                <a:srgbClr val="ffffff"/>
              </a:solidFill>
              <a:effectLst/>
              <a:uFillTx/>
              <a:latin typeface="OpenSymbol"/>
            </a:endParaRPr>
          </a:p>
        </p:txBody>
      </p:sp>
      <p:cxnSp>
        <p:nvCxnSpPr>
          <p:cNvPr id="123" name="Google Shape;342;p40"/>
          <p:cNvCxnSpPr/>
          <p:nvPr/>
        </p:nvCxnSpPr>
        <p:spPr>
          <a:xfrm flipV="1">
            <a:off x="4572000" y="-489600"/>
            <a:ext cx="360" cy="3708360"/>
          </a:xfrm>
          <a:prstGeom prst="straightConnector1">
            <a:avLst/>
          </a:prstGeom>
          <a:ln w="9525">
            <a:solidFill>
              <a:srgbClr val="efefef"/>
            </a:solidFill>
            <a:prstDash val="dot"/>
            <a:round/>
            <a:headEnd len="med" type="oval" w="med"/>
          </a:ln>
        </p:spPr>
      </p:cxnSp>
      <p:grpSp>
        <p:nvGrpSpPr>
          <p:cNvPr id="124" name="Google Shape;343;p40"/>
          <p:cNvGrpSpPr/>
          <p:nvPr/>
        </p:nvGrpSpPr>
        <p:grpSpPr>
          <a:xfrm>
            <a:off x="776160" y="874440"/>
            <a:ext cx="266400" cy="266400"/>
            <a:chOff x="776160" y="874440"/>
            <a:chExt cx="266400" cy="266400"/>
          </a:xfrm>
        </p:grpSpPr>
        <p:sp>
          <p:nvSpPr>
            <p:cNvPr id="125" name="Google Shape;344;p40"/>
            <p:cNvSpPr/>
            <p:nvPr/>
          </p:nvSpPr>
          <p:spPr>
            <a:xfrm>
              <a:off x="855000" y="95328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6" name="Google Shape;345;p40"/>
            <p:cNvSpPr/>
            <p:nvPr/>
          </p:nvSpPr>
          <p:spPr>
            <a:xfrm>
              <a:off x="807480" y="905760"/>
              <a:ext cx="203760" cy="203760"/>
            </a:xfrm>
            <a:custGeom>
              <a:avLst/>
              <a:gdLst>
                <a:gd name="textAreaLeft" fmla="*/ 0 w 203760"/>
                <a:gd name="textAreaRight" fmla="*/ 204120 w 203760"/>
                <a:gd name="textAreaTop" fmla="*/ 0 h 203760"/>
                <a:gd name="textAreaBottom" fmla="*/ 204120 h 20376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7" name="Google Shape;346;p40"/>
            <p:cNvSpPr/>
            <p:nvPr/>
          </p:nvSpPr>
          <p:spPr>
            <a:xfrm>
              <a:off x="776160" y="874440"/>
              <a:ext cx="266400" cy="266400"/>
            </a:xfrm>
            <a:custGeom>
              <a:avLst/>
              <a:gdLst>
                <a:gd name="textAreaLeft" fmla="*/ 0 w 266400"/>
                <a:gd name="textAreaRight" fmla="*/ 266760 w 266400"/>
                <a:gd name="textAreaTop" fmla="*/ 0 h 266400"/>
                <a:gd name="textAreaBottom" fmla="*/ 266760 h 26640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8" name="Google Shape;347;p40"/>
            <p:cNvSpPr/>
            <p:nvPr/>
          </p:nvSpPr>
          <p:spPr>
            <a:xfrm>
              <a:off x="948960" y="937800"/>
              <a:ext cx="30960" cy="30960"/>
            </a:xfrm>
            <a:custGeom>
              <a:avLst/>
              <a:gdLst>
                <a:gd name="textAreaLeft" fmla="*/ 0 w 30960"/>
                <a:gd name="textAreaRight" fmla="*/ 31320 w 30960"/>
                <a:gd name="textAreaTop" fmla="*/ 0 h 30960"/>
                <a:gd name="textAreaBottom" fmla="*/ 31320 h 3096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9" name="Google Shape;348;p40"/>
          <p:cNvGrpSpPr/>
          <p:nvPr/>
        </p:nvGrpSpPr>
        <p:grpSpPr>
          <a:xfrm>
            <a:off x="1209240" y="874440"/>
            <a:ext cx="266400" cy="266400"/>
            <a:chOff x="1209240" y="874440"/>
            <a:chExt cx="266400" cy="266400"/>
          </a:xfrm>
        </p:grpSpPr>
        <p:sp>
          <p:nvSpPr>
            <p:cNvPr id="130" name="Google Shape;349;p40"/>
            <p:cNvSpPr/>
            <p:nvPr/>
          </p:nvSpPr>
          <p:spPr>
            <a:xfrm>
              <a:off x="1248840" y="968760"/>
              <a:ext cx="46440" cy="140400"/>
            </a:xfrm>
            <a:custGeom>
              <a:avLst/>
              <a:gdLst>
                <a:gd name="textAreaLeft" fmla="*/ 0 w 46440"/>
                <a:gd name="textAreaRight" fmla="*/ 46800 w 46440"/>
                <a:gd name="textAreaTop" fmla="*/ 0 h 140400"/>
                <a:gd name="textAreaBottom" fmla="*/ 140760 h 14040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1" name="Google Shape;350;p40"/>
            <p:cNvSpPr/>
            <p:nvPr/>
          </p:nvSpPr>
          <p:spPr>
            <a:xfrm>
              <a:off x="1248840" y="906480"/>
              <a:ext cx="46440" cy="46440"/>
            </a:xfrm>
            <a:custGeom>
              <a:avLst/>
              <a:gdLst>
                <a:gd name="textAreaLeft" fmla="*/ 0 w 46440"/>
                <a:gd name="textAreaRight" fmla="*/ 46800 w 46440"/>
                <a:gd name="textAreaTop" fmla="*/ 0 h 46440"/>
                <a:gd name="textAreaBottom" fmla="*/ 46800 h 4644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w="0">
              <a:noFill/>
            </a:ln>
          </p:spPr>
          <p:style>
            <a:lnRef idx="0"/>
            <a:fillRef idx="0"/>
            <a:effectRef idx="0"/>
            <a:fontRef idx="minor"/>
          </p:style>
          <p:txBody>
            <a:bodyPr tIns="23400" bIns="23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351;p40"/>
            <p:cNvSpPr/>
            <p:nvPr/>
          </p:nvSpPr>
          <p:spPr>
            <a:xfrm>
              <a:off x="1311480" y="968760"/>
              <a:ext cx="124560" cy="140400"/>
            </a:xfrm>
            <a:custGeom>
              <a:avLst/>
              <a:gdLst>
                <a:gd name="textAreaLeft" fmla="*/ 0 w 124560"/>
                <a:gd name="textAreaRight" fmla="*/ 124920 w 124560"/>
                <a:gd name="textAreaTop" fmla="*/ 0 h 140400"/>
                <a:gd name="textAreaBottom" fmla="*/ 140760 h 14040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3" name="Google Shape;352;p40"/>
            <p:cNvSpPr/>
            <p:nvPr/>
          </p:nvSpPr>
          <p:spPr>
            <a:xfrm>
              <a:off x="1209240" y="874440"/>
              <a:ext cx="266400" cy="266400"/>
            </a:xfrm>
            <a:custGeom>
              <a:avLst/>
              <a:gdLst>
                <a:gd name="textAreaLeft" fmla="*/ 0 w 266400"/>
                <a:gd name="textAreaRight" fmla="*/ 266760 w 266400"/>
                <a:gd name="textAreaTop" fmla="*/ 0 h 266400"/>
                <a:gd name="textAreaBottom" fmla="*/ 266760 h 26640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4" name="Google Shape;353;p40"/>
          <p:cNvGrpSpPr/>
          <p:nvPr/>
        </p:nvGrpSpPr>
        <p:grpSpPr>
          <a:xfrm>
            <a:off x="342720" y="871920"/>
            <a:ext cx="266760" cy="266400"/>
            <a:chOff x="342720" y="871920"/>
            <a:chExt cx="266760" cy="266400"/>
          </a:xfrm>
        </p:grpSpPr>
        <p:sp>
          <p:nvSpPr>
            <p:cNvPr id="135" name="Google Shape;354;p40"/>
            <p:cNvSpPr/>
            <p:nvPr/>
          </p:nvSpPr>
          <p:spPr>
            <a:xfrm>
              <a:off x="342720" y="871920"/>
              <a:ext cx="266760" cy="266400"/>
            </a:xfrm>
            <a:custGeom>
              <a:avLst/>
              <a:gdLst>
                <a:gd name="textAreaLeft" fmla="*/ 0 w 266760"/>
                <a:gd name="textAreaRight" fmla="*/ 267120 w 266760"/>
                <a:gd name="textAreaTop" fmla="*/ 0 h 266400"/>
                <a:gd name="textAreaBottom" fmla="*/ 266760 h 266400"/>
              </a:gdLst>
              <a:ahLst/>
              <a:cxnLst/>
              <a:rect l="textAreaLeft" t="textAreaTop" r="textAreaRight" b="textAreaBottom"/>
              <a:pathLst>
                <a:path w="20013" h="19983">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6" name="Google Shape;355;p40"/>
            <p:cNvSpPr/>
            <p:nvPr/>
          </p:nvSpPr>
          <p:spPr>
            <a:xfrm>
              <a:off x="392400" y="926640"/>
              <a:ext cx="166320" cy="155520"/>
            </a:xfrm>
            <a:custGeom>
              <a:avLst/>
              <a:gdLst>
                <a:gd name="textAreaLeft" fmla="*/ 0 w 166320"/>
                <a:gd name="textAreaRight" fmla="*/ 166680 w 166320"/>
                <a:gd name="textAreaTop" fmla="*/ 0 h 155520"/>
                <a:gd name="textAreaBottom" fmla="*/ 155880 h 155520"/>
              </a:gdLst>
              <a:ahLst/>
              <a:cxnLst/>
              <a:rect l="textAreaLeft" t="textAreaTop" r="textAreaRight" b="textAreaBottom"/>
              <a:pathLst>
                <a:path w="12488" h="11674">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solidFill>
              <a:schemeClr val="dk2"/>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2025-12-07T16:17:52Z</dcterms:created>
  <dc:creator>Unknown Creator</dc:creator>
  <dc:description/>
  <dc:language>en-US</dc:language>
  <cp:lastModifiedBy>Unknown Creator</cp:lastModifiedBy>
  <dcterms:modified xsi:type="dcterms:W3CDTF">2025-12-07T16:17:52Z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